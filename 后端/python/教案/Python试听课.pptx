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70" r:id="rId4"/>
  </p:sldMasterIdLst>
  <p:notesMasterIdLst>
    <p:notesMasterId r:id="rId7"/>
  </p:notesMasterIdLst>
  <p:handoutMasterIdLst>
    <p:handoutMasterId r:id="rId27"/>
  </p:handoutMasterIdLst>
  <p:sldIdLst>
    <p:sldId id="257" r:id="rId5"/>
    <p:sldId id="292" r:id="rId6"/>
    <p:sldId id="293" r:id="rId8"/>
    <p:sldId id="259" r:id="rId9"/>
    <p:sldId id="331" r:id="rId10"/>
    <p:sldId id="349" r:id="rId11"/>
    <p:sldId id="336" r:id="rId12"/>
    <p:sldId id="337" r:id="rId13"/>
    <p:sldId id="350" r:id="rId14"/>
    <p:sldId id="332" r:id="rId15"/>
    <p:sldId id="339" r:id="rId16"/>
    <p:sldId id="351" r:id="rId17"/>
    <p:sldId id="333" r:id="rId18"/>
    <p:sldId id="353" r:id="rId19"/>
    <p:sldId id="354" r:id="rId20"/>
    <p:sldId id="355" r:id="rId21"/>
    <p:sldId id="356" r:id="rId22"/>
    <p:sldId id="357" r:id="rId23"/>
    <p:sldId id="358" r:id="rId24"/>
    <p:sldId id="294" r:id="rId25"/>
    <p:sldId id="291" r:id="rId26"/>
  </p:sldIdLst>
  <p:sldSz cx="12192000" cy="6858000" type="screen4x3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2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90" y="234"/>
      </p:cViewPr>
      <p:guideLst>
        <p:guide orient="horz" pos="2132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145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255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4EC56-8E46-498C-9F82-A1E67B0017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E617E-3889-48F8-A988-C1F6B731C0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0"/>
          </p:nvPr>
        </p:nvSpPr>
        <p:spPr/>
        <p:txBody>
          <a:bodyPr/>
          <a:lstStyle/>
          <a:p>
            <a:fld id="{51946357-78B1-4E8B-BC74-D18394D1E75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7" Type="http://schemas.openxmlformats.org/officeDocument/2006/relationships/tags" Target="../tags/tag90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7" Type="http://schemas.openxmlformats.org/officeDocument/2006/relationships/tags" Target="../tags/tag113.xml"/><Relationship Id="rId16" Type="http://schemas.openxmlformats.org/officeDocument/2006/relationships/tags" Target="../tags/tag112.xml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365126"/>
            <a:ext cx="10515600" cy="970222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1259724" y="1567346"/>
            <a:ext cx="4701840" cy="71009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1259724" y="2338388"/>
            <a:ext cx="4701840" cy="378596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/>
          <p:nvPr>
            <p:ph type="body" sz="quarter" idx="3"/>
          </p:nvPr>
        </p:nvSpPr>
        <p:spPr>
          <a:xfrm>
            <a:off x="6289616" y="1567346"/>
            <a:ext cx="4701841" cy="71009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>
              <a:buNone/>
              <a:defRPr lang="zh-CN" altLang="en-US" b="0" smtClean="0"/>
            </a:lvl1pPr>
          </a:lstStyle>
          <a:p>
            <a:pPr marL="0" lvl="0" indent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/>
          <p:nvPr>
            <p:ph sz="quarter" idx="4"/>
          </p:nvPr>
        </p:nvSpPr>
        <p:spPr>
          <a:xfrm>
            <a:off x="6289616" y="2357460"/>
            <a:ext cx="4701841" cy="37668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0D4851DC-CD24-4E20-AC43-84D4817493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fld id="{75F1D1A5-9DB9-47CE-AB47-B90B00FE3C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EB018836-6699-441E-9BAB-C61FC75AFD5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3040BF0B-87F8-415C-BAC5-F65F41346B0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7" name="标题"/>
          <p:cNvSpPr txBox="1"/>
          <p:nvPr>
            <p:ph type="title" idx="1" hasCustomPrompt="1"/>
            <p:custDataLst>
              <p:tags r:id="rId13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/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/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7" name="标题"/>
          <p:cNvSpPr/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6" name="标题"/>
          <p:cNvSpPr txBox="1"/>
          <p:nvPr>
            <p:ph type="title" idx="1" hasCustomPrompt="1"/>
            <p:custDataLst>
              <p:tags r:id="rId4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/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节编号"/>
          <p:cNvSpPr txBox="1"/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charset="-122"/>
                <a:ea typeface="MiSans Heavy" charset="-122"/>
                <a:cs typeface="MiSans Normal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/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/>
          <p:nvPr>
            <p:ph idx="4"/>
            <p:custDataLst>
              <p:tags r:id="rId2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/>
          <p:nvPr>
            <p:ph idx="3"/>
            <p:custDataLst>
              <p:tags r:id="rId3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标题"/>
          <p:cNvSpPr/>
          <p:nvPr>
            <p:ph type="title" idx="1"/>
            <p:custDataLst>
              <p:tags r:id="rId5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/>
          <p:nvPr>
            <p:ph type="dt" sz="half" idx="10"/>
            <p:custDataLst>
              <p:tags r:id="rId6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/>
          <p:nvPr>
            <p:ph type="sldNum" sz="quarter" idx="12"/>
            <p:custDataLst>
              <p:tags r:id="rId8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/>
          <p:nvPr>
            <p:ph idx="6"/>
            <p:custDataLst>
              <p:tags r:id="rId2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/>
          <p:nvPr>
            <p:ph type="title" idx="5"/>
            <p:custDataLst>
              <p:tags r:id="rId3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/>
          <p:nvPr>
            <p:ph idx="4"/>
            <p:custDataLst>
              <p:tags r:id="rId4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/>
          <p:nvPr>
            <p:ph type="title" idx="3"/>
            <p:custDataLst>
              <p:tags r:id="rId5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0" name="标题"/>
          <p:cNvSpPr txBox="1"/>
          <p:nvPr>
            <p:ph type="title" idx="1"/>
            <p:custDataLst>
              <p:tags r:id="rId7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/>
          <p:nvPr>
            <p:ph type="dt" sz="half" idx="10"/>
            <p:custDataLst>
              <p:tags r:id="rId8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10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6" name="标题"/>
          <p:cNvSpPr txBox="1"/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/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2" name="日期占位符 1"/>
          <p:cNvSpPr/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/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/>
          <p:nvPr>
            <p:ph idx="2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7" name="副标题"/>
          <p:cNvSpPr txBox="1"/>
          <p:nvPr>
            <p:ph type="body" idx="2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/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/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>
            <p:custDataLst>
              <p:tags r:id="rId2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4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>
            <p:custDataLst>
              <p:tags r:id="rId9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38" name="椭圆 37"/>
          <p:cNvSpPr/>
          <p:nvPr>
            <p:custDataLst>
              <p:tags r:id="rId10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39" name="向下箭头"/>
          <p:cNvSpPr/>
          <p:nvPr>
            <p:custDataLst>
              <p:tags r:id="rId11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7" name="标题"/>
          <p:cNvSpPr txBox="1"/>
          <p:nvPr>
            <p:ph type="title" idx="1" hasCustomPrompt="1"/>
            <p:custDataLst>
              <p:tags r:id="rId13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/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4605" y="0"/>
            <a:ext cx="600646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383662" y="1369058"/>
            <a:ext cx="6857999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1331245" y="2313346"/>
            <a:ext cx="4864351" cy="2231073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1197590" y="300291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11305540" y="193421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11305540" y="347662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027285" y="4343400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0133965" y="4450080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10238105" y="4542790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7" name="标题"/>
          <p:cNvSpPr txBox="1"/>
          <p:nvPr>
            <p:ph type="title" idx="1" hasCustomPrompt="1"/>
            <p:custDataLst>
              <p:tags r:id="rId13"/>
            </p:custDataLst>
          </p:nvPr>
        </p:nvSpPr>
        <p:spPr>
          <a:xfrm>
            <a:off x="2273300" y="1901190"/>
            <a:ext cx="8413750" cy="17094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/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273299" y="4275976"/>
            <a:ext cx="7589519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/>
          <p:nvPr>
            <p:ph idx="3"/>
            <p:custDataLst>
              <p:tags r:id="rId2"/>
            </p:custDataLst>
          </p:nvPr>
        </p:nvSpPr>
        <p:spPr>
          <a:xfrm>
            <a:off x="695960" y="1245235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7" name="标题"/>
          <p:cNvSpPr/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连接符 59"/>
          <p:cNvCxnSpPr/>
          <p:nvPr>
            <p:custDataLst>
              <p:tags r:id="rId2"/>
            </p:custDataLst>
          </p:nvPr>
        </p:nvCxnSpPr>
        <p:spPr>
          <a:xfrm>
            <a:off x="3509010" y="1475105"/>
            <a:ext cx="0" cy="4572000"/>
          </a:xfrm>
          <a:prstGeom prst="line">
            <a:avLst/>
          </a:prstGeom>
          <a:ln>
            <a:solidFill>
              <a:schemeClr val="bg2">
                <a:lumMod val="50000"/>
                <a:alpha val="2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-18415" y="0"/>
            <a:ext cx="2251075" cy="8718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5" h="1373">
                <a:moveTo>
                  <a:pt x="0" y="0"/>
                </a:moveTo>
                <a:lnTo>
                  <a:pt x="3545" y="0"/>
                </a:lnTo>
                <a:lnTo>
                  <a:pt x="3545" y="1023"/>
                </a:lnTo>
                <a:cubicBezTo>
                  <a:pt x="3545" y="1217"/>
                  <a:pt x="3389" y="1373"/>
                  <a:pt x="3195" y="1373"/>
                </a:cubicBezTo>
                <a:lnTo>
                  <a:pt x="9" y="1373"/>
                </a:lnTo>
                <a:lnTo>
                  <a:pt x="0" y="13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6" name="标题"/>
          <p:cNvSpPr txBox="1"/>
          <p:nvPr>
            <p:ph type="title" idx="1" hasCustomPrompt="1"/>
            <p:custDataLst>
              <p:tags r:id="rId4"/>
            </p:custDataLst>
          </p:nvPr>
        </p:nvSpPr>
        <p:spPr>
          <a:xfrm>
            <a:off x="1166495" y="1793240"/>
            <a:ext cx="1375410" cy="360489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/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 rot="16200000">
            <a:off x="977900" y="1336040"/>
            <a:ext cx="4351020" cy="43510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16200000">
            <a:off x="1828800" y="2186940"/>
            <a:ext cx="2649220" cy="264922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9" name="弧形 8"/>
          <p:cNvSpPr/>
          <p:nvPr>
            <p:custDataLst>
              <p:tags r:id="rId4"/>
            </p:custDataLst>
          </p:nvPr>
        </p:nvSpPr>
        <p:spPr>
          <a:xfrm>
            <a:off x="301625" y="659765"/>
            <a:ext cx="5703570" cy="5703570"/>
          </a:xfrm>
          <a:prstGeom prst="arc">
            <a:avLst>
              <a:gd name="adj1" fmla="val 16200000"/>
              <a:gd name="adj2" fmla="val 5319923"/>
            </a:avLst>
          </a:prstGeom>
          <a:ln>
            <a:solidFill>
              <a:schemeClr val="bg2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 rot="10800000">
            <a:off x="6876415" y="3851910"/>
            <a:ext cx="240855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 flipV="1">
            <a:off x="8945880" y="0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节编号"/>
          <p:cNvSpPr txBox="1"/>
          <p:nvPr>
            <p:ph type="body" idx="2" hasCustomPrompt="1"/>
            <p:custDataLst>
              <p:tags r:id="rId7"/>
            </p:custDataLst>
          </p:nvPr>
        </p:nvSpPr>
        <p:spPr>
          <a:xfrm>
            <a:off x="1828800" y="3004185"/>
            <a:ext cx="2649220" cy="120840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MiSans Heavy" charset="-122"/>
                <a:ea typeface="MiSans Heavy" charset="-122"/>
                <a:cs typeface="MiSans Normal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节编号</a:t>
            </a:r>
            <a:endParaRPr>
              <a:sym typeface="+mn-ea"/>
            </a:endParaRPr>
          </a:p>
        </p:txBody>
      </p:sp>
      <p:sp>
        <p:nvSpPr>
          <p:cNvPr id="7" name="标题"/>
          <p:cNvSpPr txBox="1"/>
          <p:nvPr>
            <p:ph type="title" idx="1" hasCustomPrompt="1"/>
            <p:custDataLst>
              <p:tags r:id="rId8"/>
            </p:custDataLst>
          </p:nvPr>
        </p:nvSpPr>
        <p:spPr>
          <a:xfrm>
            <a:off x="6732905" y="2092325"/>
            <a:ext cx="5005070" cy="168402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8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/>
          <p:nvPr>
            <p:ph idx="4"/>
            <p:custDataLst>
              <p:tags r:id="rId2"/>
            </p:custDataLst>
          </p:nvPr>
        </p:nvSpPr>
        <p:spPr>
          <a:xfrm>
            <a:off x="6400800" y="1245235"/>
            <a:ext cx="509524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9" name="正文"/>
          <p:cNvSpPr txBox="1"/>
          <p:nvPr>
            <p:ph idx="3"/>
            <p:custDataLst>
              <p:tags r:id="rId3"/>
            </p:custDataLst>
          </p:nvPr>
        </p:nvSpPr>
        <p:spPr>
          <a:xfrm>
            <a:off x="695960" y="1245235"/>
            <a:ext cx="5088890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4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标题"/>
          <p:cNvSpPr/>
          <p:nvPr>
            <p:ph type="title" idx="1"/>
            <p:custDataLst>
              <p:tags r:id="rId5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/>
          <p:nvPr>
            <p:ph type="dt" sz="half" idx="10"/>
            <p:custDataLst>
              <p:tags r:id="rId6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/>
          <p:nvPr>
            <p:ph type="sldNum" sz="quarter" idx="12"/>
            <p:custDataLst>
              <p:tags r:id="rId8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文"/>
          <p:cNvSpPr txBox="1"/>
          <p:nvPr>
            <p:ph idx="6"/>
            <p:custDataLst>
              <p:tags r:id="rId2"/>
            </p:custDataLst>
          </p:nvPr>
        </p:nvSpPr>
        <p:spPr>
          <a:xfrm>
            <a:off x="6235065" y="1671955"/>
            <a:ext cx="5260975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标题"/>
          <p:cNvSpPr txBox="1"/>
          <p:nvPr>
            <p:ph type="title" idx="5"/>
            <p:custDataLst>
              <p:tags r:id="rId3"/>
            </p:custDataLst>
          </p:nvPr>
        </p:nvSpPr>
        <p:spPr>
          <a:xfrm>
            <a:off x="6235065" y="124714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3" name="正文"/>
          <p:cNvSpPr txBox="1"/>
          <p:nvPr>
            <p:ph idx="4"/>
            <p:custDataLst>
              <p:tags r:id="rId4"/>
            </p:custDataLst>
          </p:nvPr>
        </p:nvSpPr>
        <p:spPr>
          <a:xfrm>
            <a:off x="695325" y="1671955"/>
            <a:ext cx="5255260" cy="45046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2" name="标题"/>
          <p:cNvSpPr txBox="1"/>
          <p:nvPr>
            <p:ph type="title" idx="3"/>
            <p:custDataLst>
              <p:tags r:id="rId5"/>
            </p:custDataLst>
          </p:nvPr>
        </p:nvSpPr>
        <p:spPr>
          <a:xfrm>
            <a:off x="695325" y="1247140"/>
            <a:ext cx="525526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6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0" name="标题"/>
          <p:cNvSpPr txBox="1"/>
          <p:nvPr>
            <p:ph type="title" idx="1"/>
            <p:custDataLst>
              <p:tags r:id="rId7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/>
          <p:nvPr>
            <p:ph type="dt" sz="half" idx="10"/>
            <p:custDataLst>
              <p:tags r:id="rId8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10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6" name="标题"/>
          <p:cNvSpPr txBox="1"/>
          <p:nvPr>
            <p:ph type="title" idx="1"/>
            <p:custDataLst>
              <p:tags r:id="rId3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/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2" name="日期占位符 1"/>
          <p:cNvSpPr/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/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/>
          <p:nvPr>
            <p:ph idx="2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zh-CN"/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449580" marR="0" lvl="1" indent="-231775" defTabSz="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987425" marR="0" lvl="3" indent="-262255" defTabSz="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3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4"/>
            </p:custDataLst>
          </p:nvPr>
        </p:nvSpPr>
        <p:spPr>
          <a:xfrm>
            <a:off x="699135" y="6314440"/>
            <a:ext cx="261302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7" name="副标题"/>
          <p:cNvSpPr txBox="1"/>
          <p:nvPr>
            <p:ph type="body" idx="2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MiSans Normal" charset="-122"/>
              </a:defRPr>
            </a:lvl1pPr>
          </a:lstStyle>
          <a:p>
            <a:pPr lvl="0" algn="l"/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6" name="标题"/>
          <p:cNvSpPr txBox="1"/>
          <p:nvPr>
            <p:ph type="title" idx="1"/>
            <p:custDataLst>
              <p:tags r:id="rId4"/>
            </p:custDataLst>
          </p:nvPr>
        </p:nvSpPr>
        <p:spPr>
          <a:xfrm>
            <a:off x="695960" y="360000"/>
            <a:ext cx="1080008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/>
          <p:nvPr>
            <p:ph type="dt" sz="half" idx="10"/>
            <p:custDataLst>
              <p:tags r:id="rId5"/>
            </p:custDataLst>
          </p:nvPr>
        </p:nvSpPr>
        <p:spPr>
          <a:xfrm>
            <a:off x="694055" y="6314440"/>
            <a:ext cx="2618105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7"/>
            </p:custDataLst>
          </p:nvPr>
        </p:nvSpPr>
        <p:spPr>
          <a:xfrm>
            <a:off x="8877300" y="6314440"/>
            <a:ext cx="261874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 22"/>
          <p:cNvSpPr/>
          <p:nvPr userDrawn="1">
            <p:custDataLst>
              <p:tags r:id="rId2"/>
            </p:custDataLst>
          </p:nvPr>
        </p:nvSpPr>
        <p:spPr>
          <a:xfrm>
            <a:off x="-14605" y="-1"/>
            <a:ext cx="6006465" cy="685800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24" name="任意多边形 23"/>
          <p:cNvSpPr/>
          <p:nvPr userDrawn="1">
            <p:custDataLst>
              <p:tags r:id="rId3"/>
            </p:custDataLst>
          </p:nvPr>
        </p:nvSpPr>
        <p:spPr>
          <a:xfrm rot="16200000">
            <a:off x="-1383664" y="1369058"/>
            <a:ext cx="6858000" cy="411988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26" name="任意多边形 25"/>
          <p:cNvSpPr/>
          <p:nvPr userDrawn="1">
            <p:custDataLst>
              <p:tags r:id="rId4"/>
            </p:custDataLst>
          </p:nvPr>
        </p:nvSpPr>
        <p:spPr>
          <a:xfrm rot="16200000">
            <a:off x="-1336642" y="2318743"/>
            <a:ext cx="4864351" cy="222027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MiSans Normal" charset="-122"/>
            </a:endParaRPr>
          </a:p>
        </p:txBody>
      </p:sp>
      <p:sp>
        <p:nvSpPr>
          <p:cNvPr id="30" name="圆角矩形 29"/>
          <p:cNvSpPr/>
          <p:nvPr userDrawn="1">
            <p:custDataLst>
              <p:tags r:id="rId5"/>
            </p:custDataLst>
          </p:nvPr>
        </p:nvSpPr>
        <p:spPr>
          <a:xfrm rot="10800000">
            <a:off x="5155565" y="3855720"/>
            <a:ext cx="5383530" cy="1111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cxnSp>
        <p:nvCxnSpPr>
          <p:cNvPr id="32" name="直接连接符 31"/>
          <p:cNvCxnSpPr/>
          <p:nvPr userDrawn="1">
            <p:custDataLst>
              <p:tags r:id="rId6"/>
            </p:custDataLst>
          </p:nvPr>
        </p:nvCxnSpPr>
        <p:spPr>
          <a:xfrm>
            <a:off x="11197590" y="2981325"/>
            <a:ext cx="2159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7"/>
            </p:custDataLst>
          </p:nvPr>
        </p:nvCxnSpPr>
        <p:spPr>
          <a:xfrm>
            <a:off x="11305540" y="1912620"/>
            <a:ext cx="0" cy="59499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>
            <a:off x="11305540" y="3455035"/>
            <a:ext cx="0" cy="63690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/>
          <p:cNvSpPr/>
          <p:nvPr userDrawn="1">
            <p:custDataLst>
              <p:tags r:id="rId9"/>
            </p:custDataLst>
          </p:nvPr>
        </p:nvSpPr>
        <p:spPr>
          <a:xfrm>
            <a:off x="10016490" y="4434205"/>
            <a:ext cx="538480" cy="538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38" name="椭圆 37"/>
          <p:cNvSpPr/>
          <p:nvPr userDrawn="1">
            <p:custDataLst>
              <p:tags r:id="rId10"/>
            </p:custDataLst>
          </p:nvPr>
        </p:nvSpPr>
        <p:spPr>
          <a:xfrm>
            <a:off x="10123170" y="4540885"/>
            <a:ext cx="325120" cy="3251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39" name="向下箭头"/>
          <p:cNvSpPr/>
          <p:nvPr userDrawn="1">
            <p:custDataLst>
              <p:tags r:id="rId11"/>
            </p:custDataLst>
          </p:nvPr>
        </p:nvSpPr>
        <p:spPr>
          <a:xfrm>
            <a:off x="10227310" y="4633595"/>
            <a:ext cx="118745" cy="139700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44" name="任意多边形 43"/>
          <p:cNvSpPr/>
          <p:nvPr userDrawn="1">
            <p:custDataLst>
              <p:tags r:id="rId12"/>
            </p:custDataLst>
          </p:nvPr>
        </p:nvSpPr>
        <p:spPr>
          <a:xfrm>
            <a:off x="8945880" y="5997575"/>
            <a:ext cx="3246120" cy="8604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7" name="标题"/>
          <p:cNvSpPr txBox="1"/>
          <p:nvPr>
            <p:ph type="title" idx="1" hasCustomPrompt="1"/>
            <p:custDataLst>
              <p:tags r:id="rId13"/>
            </p:custDataLst>
          </p:nvPr>
        </p:nvSpPr>
        <p:spPr>
          <a:xfrm>
            <a:off x="2418715" y="1901190"/>
            <a:ext cx="8250555" cy="170561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/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2418715" y="4375145"/>
            <a:ext cx="7444103" cy="6566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9" Type="http://schemas.openxmlformats.org/officeDocument/2006/relationships/theme" Target="../theme/theme2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9" Type="http://schemas.openxmlformats.org/officeDocument/2006/relationships/theme" Target="../theme/theme3.xml"/><Relationship Id="rId18" Type="http://schemas.openxmlformats.org/officeDocument/2006/relationships/tags" Target="../tags/tag194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9" name="日期占位符 8"/>
          <p:cNvSpPr/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/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/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/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12"/>
            </p:custDataLst>
          </p:nvPr>
        </p:nvSpPr>
        <p:spPr>
          <a:xfrm rot="5400000" flipV="1">
            <a:off x="-300990" y="301625"/>
            <a:ext cx="987425" cy="3848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9" name="日期占位符 8"/>
          <p:cNvSpPr/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/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/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/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23.xml"/><Relationship Id="rId14" Type="http://schemas.openxmlformats.org/officeDocument/2006/relationships/tags" Target="../tags/tag211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tags" Target="../tags/tag19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7.xml"/><Relationship Id="rId6" Type="http://schemas.openxmlformats.org/officeDocument/2006/relationships/tags" Target="../tags/tag21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216.xml"/><Relationship Id="rId1" Type="http://schemas.openxmlformats.org/officeDocument/2006/relationships/tags" Target="../tags/tag21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19.xml"/><Relationship Id="rId2" Type="http://schemas.openxmlformats.org/officeDocument/2006/relationships/image" Target="../media/image4.png"/><Relationship Id="rId1" Type="http://schemas.openxmlformats.org/officeDocument/2006/relationships/tags" Target="../tags/tag218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1.xml"/><Relationship Id="rId2" Type="http://schemas.openxmlformats.org/officeDocument/2006/relationships/image" Target="../media/image5.png"/><Relationship Id="rId1" Type="http://schemas.openxmlformats.org/officeDocument/2006/relationships/tags" Target="../tags/tag22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26.xml"/><Relationship Id="rId1" Type="http://schemas.openxmlformats.org/officeDocument/2006/relationships/tags" Target="../tags/tag22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8.xml"/><Relationship Id="rId2" Type="http://schemas.openxmlformats.org/officeDocument/2006/relationships/image" Target="../media/image6.png"/><Relationship Id="rId1" Type="http://schemas.openxmlformats.org/officeDocument/2006/relationships/tags" Target="../tags/tag22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35.xml"/><Relationship Id="rId2" Type="http://schemas.openxmlformats.org/officeDocument/2006/relationships/image" Target="../media/image7.png"/><Relationship Id="rId1" Type="http://schemas.openxmlformats.org/officeDocument/2006/relationships/tags" Target="../tags/tag234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37.xml"/><Relationship Id="rId2" Type="http://schemas.openxmlformats.org/officeDocument/2006/relationships/image" Target="../media/image8.png"/><Relationship Id="rId1" Type="http://schemas.openxmlformats.org/officeDocument/2006/relationships/tags" Target="../tags/tag23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39.xml"/><Relationship Id="rId2" Type="http://schemas.openxmlformats.org/officeDocument/2006/relationships/image" Target="../media/image9.png"/><Relationship Id="rId1" Type="http://schemas.openxmlformats.org/officeDocument/2006/relationships/tags" Target="../tags/tag23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41.xml"/><Relationship Id="rId2" Type="http://schemas.openxmlformats.org/officeDocument/2006/relationships/image" Target="../media/image10.png"/><Relationship Id="rId1" Type="http://schemas.openxmlformats.org/officeDocument/2006/relationships/tags" Target="../tags/tag240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43.xml"/><Relationship Id="rId2" Type="http://schemas.openxmlformats.org/officeDocument/2006/relationships/image" Target="../media/image11.png"/><Relationship Id="rId1" Type="http://schemas.openxmlformats.org/officeDocument/2006/relationships/tags" Target="../tags/tag24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45.xml"/><Relationship Id="rId2" Type="http://schemas.openxmlformats.org/officeDocument/2006/relationships/image" Target="../media/image12.png"/><Relationship Id="rId1" Type="http://schemas.openxmlformats.org/officeDocument/2006/relationships/tags" Target="../tags/tag244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47.xml"/><Relationship Id="rId2" Type="http://schemas.openxmlformats.org/officeDocument/2006/relationships/image" Target="../media/image13.png"/><Relationship Id="rId1" Type="http://schemas.openxmlformats.org/officeDocument/2006/relationships/tags" Target="../tags/tag246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49.xml"/><Relationship Id="rId2" Type="http://schemas.openxmlformats.org/officeDocument/2006/relationships/image" Target="../media/image14.png"/><Relationship Id="rId1" Type="http://schemas.openxmlformats.org/officeDocument/2006/relationships/tags" Target="../tags/tag248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tags" Target="../tags/tag254.xml"/><Relationship Id="rId1" Type="http://schemas.openxmlformats.org/officeDocument/2006/relationships/tags" Target="../tags/tag2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/>
          <p:nvPr>
            <p:ph type="title" idx="1"/>
            <p:custDataLst>
              <p:tags r:id="rId1"/>
            </p:custDataLst>
          </p:nvPr>
        </p:nvSpPr>
        <p:spPr>
          <a:xfrm>
            <a:off x="2273300" y="1901190"/>
            <a:ext cx="8413750" cy="1709420"/>
          </a:xfrm>
        </p:spPr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7200" dirty="0"/>
              <a:t>Python</a:t>
            </a:r>
            <a:r>
              <a:rPr sz="7200" dirty="0"/>
              <a:t>代码编程</a:t>
            </a:r>
            <a:endParaRPr sz="7200" dirty="0"/>
          </a:p>
        </p:txBody>
      </p:sp>
      <p:sp>
        <p:nvSpPr>
          <p:cNvPr id="17" name="文本占位符 16"/>
          <p:cNvSpPr/>
          <p:nvPr>
            <p:ph type="body" sz="quarter" idx="17"/>
            <p:custDataLst>
              <p:tags r:id="rId2"/>
            </p:custDataLst>
          </p:nvPr>
        </p:nvSpPr>
        <p:spPr>
          <a:xfrm>
            <a:off x="2273299" y="4275976"/>
            <a:ext cx="7589519" cy="656600"/>
          </a:xfrm>
        </p:spPr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zh-CN" altLang="en-US" sz="2000" dirty="0"/>
              <a:t>试听课</a:t>
            </a:r>
            <a:endParaRPr lang="zh-CN" altLang="en-US" sz="200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/>
          <p:nvPr>
            <p:ph type="title" idx="1"/>
            <p:custDataLst>
              <p:tags r:id="rId1"/>
            </p:custDataLst>
          </p:nvPr>
        </p:nvSpPr>
        <p:spPr>
          <a:xfrm>
            <a:off x="1166495" y="1793240"/>
            <a:ext cx="1375410" cy="3604895"/>
          </a:xfrm>
        </p:spPr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4382770" y="1350645"/>
            <a:ext cx="5067935" cy="9277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6" name="序号"/>
          <p:cNvSpPr txBox="1"/>
          <p:nvPr>
            <p:custDataLst>
              <p:tags r:id="rId3"/>
            </p:custDataLst>
          </p:nvPr>
        </p:nvSpPr>
        <p:spPr>
          <a:xfrm>
            <a:off x="4382770" y="1355090"/>
            <a:ext cx="920115" cy="92329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charset="-122"/>
              </a:rPr>
              <a:t>01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charset="-122"/>
            </a:endParaRPr>
          </a:p>
        </p:txBody>
      </p:sp>
      <p:sp>
        <p:nvSpPr>
          <p:cNvPr id="16" name="标题"/>
          <p:cNvSpPr txBox="1"/>
          <p:nvPr>
            <p:custDataLst>
              <p:tags r:id="rId4"/>
            </p:custDataLst>
          </p:nvPr>
        </p:nvSpPr>
        <p:spPr>
          <a:xfrm>
            <a:off x="5624195" y="1355090"/>
            <a:ext cx="3827145" cy="93408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宋体" panose="02010600030101010101" pitchFamily="2" charset="-122"/>
                <a:cs typeface="MiSans Normal" charset="-122"/>
                <a:sym typeface="+mn-ea"/>
              </a:rPr>
              <a:t>编程软件熟悉与准备</a:t>
            </a:r>
            <a:endParaRPr lang="zh-CN" altLang="en-US" sz="24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宋体" panose="02010600030101010101" pitchFamily="2" charset="-122"/>
              <a:cs typeface="MiSans Normal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5"/>
            </p:custDataLst>
          </p:nvPr>
        </p:nvSpPr>
        <p:spPr>
          <a:xfrm>
            <a:off x="4382770" y="2600960"/>
            <a:ext cx="5067935" cy="9277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3" name="序号"/>
          <p:cNvSpPr txBox="1"/>
          <p:nvPr>
            <p:custDataLst>
              <p:tags r:id="rId6"/>
            </p:custDataLst>
          </p:nvPr>
        </p:nvSpPr>
        <p:spPr>
          <a:xfrm>
            <a:off x="4382770" y="2605405"/>
            <a:ext cx="920115" cy="923290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charset="-122"/>
              </a:rPr>
              <a:t>02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charset="-122"/>
            </a:endParaRPr>
          </a:p>
        </p:txBody>
      </p:sp>
      <p:sp>
        <p:nvSpPr>
          <p:cNvPr id="14" name="标题"/>
          <p:cNvSpPr txBox="1"/>
          <p:nvPr>
            <p:custDataLst>
              <p:tags r:id="rId7"/>
            </p:custDataLst>
          </p:nvPr>
        </p:nvSpPr>
        <p:spPr>
          <a:xfrm>
            <a:off x="5624195" y="2609850"/>
            <a:ext cx="3827145" cy="92773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宋体" panose="02010600030101010101" pitchFamily="2" charset="-122"/>
                <a:cs typeface="MiSans Normal" charset="-122"/>
                <a:sym typeface="+mn-ea"/>
              </a:rPr>
              <a:t>第一个</a:t>
            </a:r>
            <a:r>
              <a:rPr lang="en-US" altLang="zh-CN" sz="24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宋体" panose="02010600030101010101" pitchFamily="2" charset="-122"/>
                <a:cs typeface="MiSans Normal" charset="-122"/>
                <a:sym typeface="+mn-ea"/>
              </a:rPr>
              <a:t>Python</a:t>
            </a:r>
            <a:r>
              <a:rPr lang="zh-CN" altLang="en-US" sz="2400" spc="2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宋体" panose="02010600030101010101" pitchFamily="2" charset="-122"/>
                <a:cs typeface="MiSans Normal" charset="-122"/>
                <a:sym typeface="+mn-ea"/>
              </a:rPr>
              <a:t>程序</a:t>
            </a:r>
            <a:endParaRPr lang="zh-CN" altLang="en-US" sz="2400" spc="2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宋体" panose="02010600030101010101" pitchFamily="2" charset="-122"/>
              <a:cs typeface="MiSans Normal" charset="-122"/>
              <a:sym typeface="+mn-ea"/>
            </a:endParaRPr>
          </a:p>
        </p:txBody>
      </p:sp>
      <p:sp>
        <p:nvSpPr>
          <p:cNvPr id="34" name="圆角矩形 33"/>
          <p:cNvSpPr/>
          <p:nvPr>
            <p:custDataLst>
              <p:tags r:id="rId8"/>
            </p:custDataLst>
          </p:nvPr>
        </p:nvSpPr>
        <p:spPr>
          <a:xfrm>
            <a:off x="4382770" y="3851275"/>
            <a:ext cx="5067935" cy="9277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35" name="序号"/>
          <p:cNvSpPr txBox="1"/>
          <p:nvPr>
            <p:custDataLst>
              <p:tags r:id="rId9"/>
            </p:custDataLst>
          </p:nvPr>
        </p:nvSpPr>
        <p:spPr>
          <a:xfrm>
            <a:off x="4382770" y="3855720"/>
            <a:ext cx="920115" cy="92329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charset="-122"/>
              </a:rPr>
              <a:t>03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charset="-122"/>
            </a:endParaRPr>
          </a:p>
        </p:txBody>
      </p:sp>
      <p:sp>
        <p:nvSpPr>
          <p:cNvPr id="36" name="标题"/>
          <p:cNvSpPr txBox="1"/>
          <p:nvPr>
            <p:custDataLst>
              <p:tags r:id="rId10"/>
            </p:custDataLst>
          </p:nvPr>
        </p:nvSpPr>
        <p:spPr>
          <a:xfrm>
            <a:off x="5624195" y="3858895"/>
            <a:ext cx="3827145" cy="92583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宋体" panose="02010600030101010101" pitchFamily="2" charset="-122"/>
                <a:cs typeface="MiSans Normal" charset="-122"/>
                <a:sym typeface="+mn-ea"/>
              </a:rPr>
              <a:t>Python</a:t>
            </a:r>
            <a:r>
              <a:rPr lang="zh-CN" altLang="en-US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宋体" panose="02010600030101010101" pitchFamily="2" charset="-122"/>
                <a:cs typeface="MiSans Normal" charset="-122"/>
                <a:sym typeface="+mn-ea"/>
              </a:rPr>
              <a:t>进阶体验</a:t>
            </a:r>
            <a:endParaRPr lang="zh-CN" altLang="en-US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宋体" panose="02010600030101010101" pitchFamily="2" charset="-122"/>
              <a:cs typeface="MiSans Normal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11"/>
            </p:custDataLst>
          </p:nvPr>
        </p:nvSpPr>
        <p:spPr>
          <a:xfrm>
            <a:off x="4382770" y="5101590"/>
            <a:ext cx="5067935" cy="9277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>
            <a:outerShdw blurRad="254000" dist="38100" dir="2700000" algn="tl" rotWithShape="0">
              <a:schemeClr val="bg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>
            <a:norm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39" name="序号"/>
          <p:cNvSpPr txBox="1"/>
          <p:nvPr>
            <p:custDataLst>
              <p:tags r:id="rId12"/>
            </p:custDataLst>
          </p:nvPr>
        </p:nvSpPr>
        <p:spPr>
          <a:xfrm>
            <a:off x="4382770" y="5106035"/>
            <a:ext cx="920115" cy="923290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algn="ctr"/>
            <a:r>
              <a:rPr lang="en-US" altLang="zh-CN" sz="2400">
                <a:solidFill>
                  <a:schemeClr val="lt1"/>
                </a:solidFill>
                <a:latin typeface="+mj-ea"/>
                <a:ea typeface="+mj-ea"/>
                <a:cs typeface="MiSans Normal" charset="-122"/>
              </a:rPr>
              <a:t>04</a:t>
            </a:r>
            <a:endParaRPr lang="en-US" altLang="zh-CN" sz="2400">
              <a:solidFill>
                <a:schemeClr val="lt1"/>
              </a:solidFill>
              <a:latin typeface="+mj-ea"/>
              <a:ea typeface="+mj-ea"/>
              <a:cs typeface="MiSans Normal" charset="-122"/>
            </a:endParaRPr>
          </a:p>
        </p:txBody>
      </p:sp>
      <p:sp>
        <p:nvSpPr>
          <p:cNvPr id="40" name="标题"/>
          <p:cNvSpPr txBox="1"/>
          <p:nvPr>
            <p:custDataLst>
              <p:tags r:id="rId13"/>
            </p:custDataLst>
          </p:nvPr>
        </p:nvSpPr>
        <p:spPr>
          <a:xfrm>
            <a:off x="5624195" y="5106035"/>
            <a:ext cx="3827145" cy="91694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spc="2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宋体" panose="02010600030101010101" pitchFamily="2" charset="-122"/>
                <a:cs typeface="MiSans Normal" charset="-122"/>
                <a:sym typeface="+mn-ea"/>
              </a:rPr>
              <a:t>总结</a:t>
            </a:r>
            <a:endParaRPr lang="zh-CN" altLang="en-US" sz="2400" spc="200">
              <a:solidFill>
                <a:schemeClr val="tx1">
                  <a:lumMod val="85000"/>
                  <a:lumOff val="15000"/>
                </a:schemeClr>
              </a:solidFill>
              <a:uFillTx/>
              <a:latin typeface="+mj-ea"/>
              <a:ea typeface="宋体" panose="02010600030101010101" pitchFamily="2" charset="-122"/>
              <a:cs typeface="MiSans Normal" charset="-122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/>
          <p:nvPr>
            <p:ph type="body" idx="2"/>
            <p:custDataLst>
              <p:tags r:id="rId1"/>
            </p:custDataLst>
          </p:nvPr>
        </p:nvSpPr>
        <p:spPr>
          <a:xfrm>
            <a:off x="1828800" y="3004185"/>
            <a:ext cx="2649220" cy="1208405"/>
          </a:xfrm>
        </p:spPr>
        <p:txBody>
          <a:bodyPr/>
          <a:lstStyle/>
          <a:p>
            <a:r>
              <a:rPr lang="zh-CN" altLang="en-US" dirty="0"/>
              <a:t>01</a:t>
            </a:r>
            <a:endParaRPr lang="zh-CN" altLang="en-US" dirty="0"/>
          </a:p>
        </p:txBody>
      </p:sp>
      <p:sp>
        <p:nvSpPr>
          <p:cNvPr id="8" name="标题 7"/>
          <p:cNvSpPr/>
          <p:nvPr>
            <p:ph type="title" idx="1"/>
            <p:custDataLst>
              <p:tags r:id="rId2"/>
            </p:custDataLst>
          </p:nvPr>
        </p:nvSpPr>
        <p:spPr>
          <a:xfrm>
            <a:off x="6096000" y="2092325"/>
            <a:ext cx="6096000" cy="1684020"/>
          </a:xfrm>
        </p:spPr>
        <p:txBody>
          <a:bodyPr/>
          <a:lstStyle/>
          <a:p>
            <a:r>
              <a:rPr dirty="0">
                <a:ea typeface="宋体" panose="02010600030101010101" pitchFamily="2" charset="-122"/>
                <a:sym typeface="+mn-ea"/>
              </a:rPr>
              <a:t>编程软件熟悉与准备</a:t>
            </a:r>
            <a:endParaRPr dirty="0"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782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1. </a:t>
            </a:r>
            <a:r>
              <a:rPr lang="zh-CN" altLang="en-US" sz="3600" dirty="0" smtClean="0"/>
              <a:t>编程环境</a:t>
            </a:r>
            <a:endParaRPr lang="en-US" altLang="zh-CN" sz="3600" dirty="0" smtClean="0"/>
          </a:p>
          <a:p>
            <a:pPr marL="0" indent="0">
              <a:buNone/>
            </a:pPr>
            <a:endParaRPr lang="en-US" altLang="zh-CN" sz="3600" dirty="0" smtClean="0">
              <a:solidFill>
                <a:srgbClr val="FF0000"/>
              </a:solidFill>
            </a:endParaRPr>
          </a:p>
        </p:txBody>
      </p:sp>
      <p:pic>
        <p:nvPicPr>
          <p:cNvPr id="4" name="图片 3" descr="摄图网_401425024_男孩（企业商用）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r="15282" b="33281"/>
          <a:stretch>
            <a:fillRect/>
          </a:stretch>
        </p:blipFill>
        <p:spPr>
          <a:xfrm>
            <a:off x="5885815" y="1924685"/>
            <a:ext cx="4159250" cy="32759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700" y="889000"/>
            <a:ext cx="3251200" cy="27825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840470" y="1680845"/>
            <a:ext cx="23221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dirty="0">
                <a:solidFill>
                  <a:schemeClr val="tx1"/>
                </a:solidFill>
                <a:sym typeface="+mn-lt"/>
              </a:rPr>
              <a:t>我们需要通过编写</a:t>
            </a:r>
            <a:r>
              <a:rPr lang="en-US" altLang="zh-CN" sz="2000" dirty="0">
                <a:solidFill>
                  <a:schemeClr val="tx1"/>
                </a:solidFill>
                <a:sym typeface="+mn-lt"/>
              </a:rPr>
              <a:t>Python</a:t>
            </a:r>
            <a:r>
              <a:rPr lang="zh-CN" altLang="en-US" sz="2000" dirty="0">
                <a:solidFill>
                  <a:schemeClr val="tx1"/>
                </a:solidFill>
                <a:sym typeface="+mn-lt"/>
              </a:rPr>
              <a:t>代码实现和计算机进行沟通</a:t>
            </a:r>
            <a:endParaRPr lang="zh-CN" altLang="en-US" sz="2000" dirty="0">
              <a:solidFill>
                <a:schemeClr val="tx1"/>
              </a:solidFill>
              <a:sym typeface="+mn-lt"/>
            </a:endParaRPr>
          </a:p>
        </p:txBody>
      </p:sp>
      <p:pic>
        <p:nvPicPr>
          <p:cNvPr id="3" name="图片 2"/>
          <p:cNvPicPr/>
          <p:nvPr/>
        </p:nvPicPr>
        <p:blipFill>
          <a:blip r:embed="rId5"/>
          <a:stretch>
            <a:fillRect/>
          </a:stretch>
        </p:blipFill>
        <p:spPr>
          <a:xfrm>
            <a:off x="1381125" y="2185670"/>
            <a:ext cx="3466465" cy="19253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782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1. </a:t>
            </a:r>
            <a:r>
              <a:rPr lang="zh-CN" altLang="en-US" sz="3600" dirty="0" smtClean="0"/>
              <a:t>编程环境</a:t>
            </a:r>
            <a:endParaRPr lang="zh-CN" altLang="en-US" sz="3600" dirty="0" smtClean="0"/>
          </a:p>
          <a:p>
            <a:pPr lvl="1"/>
            <a:r>
              <a:rPr lang="zh-CN" altLang="en-US" sz="2800" dirty="0" smtClean="0">
                <a:solidFill>
                  <a:srgbClr val="FF0000"/>
                </a:solidFill>
              </a:rPr>
              <a:t>交互式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800" dirty="0" smtClean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925" y="1974850"/>
            <a:ext cx="7962265" cy="45561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782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1. </a:t>
            </a:r>
            <a:r>
              <a:rPr lang="zh-CN" altLang="en-US" sz="3600" dirty="0" smtClean="0"/>
              <a:t>编程环境</a:t>
            </a:r>
            <a:endParaRPr lang="zh-CN" altLang="en-US" sz="3600" dirty="0" smtClean="0"/>
          </a:p>
          <a:p>
            <a:pPr lvl="1"/>
            <a:r>
              <a:rPr lang="zh-CN" altLang="en-US" sz="2800" dirty="0" smtClean="0">
                <a:solidFill>
                  <a:srgbClr val="FF0000"/>
                </a:solidFill>
              </a:rPr>
              <a:t>文件式</a:t>
            </a:r>
            <a:r>
              <a:rPr lang="en-US" altLang="zh-CN" sz="2800" dirty="0" smtClean="0">
                <a:solidFill>
                  <a:srgbClr val="FF0000"/>
                </a:solidFill>
              </a:rPr>
              <a:t>:File --&gt; New File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800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" y="2040890"/>
            <a:ext cx="10290175" cy="45142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/>
          <p:nvPr>
            <p:ph type="body" idx="2"/>
            <p:custDataLst>
              <p:tags r:id="rId1"/>
            </p:custDataLst>
          </p:nvPr>
        </p:nvSpPr>
        <p:spPr>
          <a:xfrm>
            <a:off x="1828800" y="3004185"/>
            <a:ext cx="2649220" cy="1208405"/>
          </a:xfrm>
        </p:spPr>
        <p:txBody>
          <a:bodyPr/>
          <a:lstStyle/>
          <a:p>
            <a:r>
              <a:rPr lang="zh-CN" altLang="en-US" dirty="0"/>
              <a:t>0</a:t>
            </a:r>
            <a:r>
              <a:rPr dirty="0"/>
              <a:t>2</a:t>
            </a:r>
            <a:endParaRPr dirty="0"/>
          </a:p>
        </p:txBody>
      </p:sp>
      <p:sp>
        <p:nvSpPr>
          <p:cNvPr id="8" name="标题 7"/>
          <p:cNvSpPr/>
          <p:nvPr>
            <p:ph type="title" idx="1"/>
            <p:custDataLst>
              <p:tags r:id="rId2"/>
            </p:custDataLst>
          </p:nvPr>
        </p:nvSpPr>
        <p:spPr>
          <a:xfrm>
            <a:off x="5948045" y="2092325"/>
            <a:ext cx="5789930" cy="1684020"/>
          </a:xfrm>
        </p:spPr>
        <p:txBody>
          <a:bodyPr/>
          <a:lstStyle/>
          <a:p>
            <a:r>
              <a:rPr dirty="0">
                <a:ea typeface="宋体" panose="02010600030101010101" pitchFamily="2" charset="-122"/>
              </a:rPr>
              <a:t>第一个</a:t>
            </a:r>
            <a:r>
              <a:rPr lang="en-US" altLang="zh-CN" dirty="0">
                <a:ea typeface="宋体" panose="02010600030101010101" pitchFamily="2" charset="-122"/>
              </a:rPr>
              <a:t>Python</a:t>
            </a:r>
            <a:r>
              <a:rPr dirty="0">
                <a:ea typeface="宋体" panose="02010600030101010101" pitchFamily="2" charset="-122"/>
              </a:rPr>
              <a:t>程序</a:t>
            </a:r>
            <a:endParaRPr dirty="0"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782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2. Python</a:t>
            </a:r>
            <a:r>
              <a:rPr lang="zh-CN" altLang="en-US" sz="3600" dirty="0" smtClean="0"/>
              <a:t>当中的输出</a:t>
            </a:r>
            <a:endParaRPr lang="zh-CN" altLang="en-US" sz="3600" dirty="0" smtClean="0"/>
          </a:p>
          <a:p>
            <a:pPr lvl="1"/>
            <a:r>
              <a:rPr lang="zh-CN" altLang="en-US" sz="3085" dirty="0" smtClean="0"/>
              <a:t>关键字：</a:t>
            </a:r>
            <a:r>
              <a:rPr lang="en-US" altLang="zh-CN" sz="3085" dirty="0" smtClean="0"/>
              <a:t> </a:t>
            </a:r>
            <a:endParaRPr lang="en-US" altLang="zh-CN" sz="3085" dirty="0" smtClean="0"/>
          </a:p>
          <a:p>
            <a:pPr lvl="2"/>
            <a:r>
              <a:rPr lang="en-US" altLang="zh-CN" sz="2570" dirty="0" smtClean="0">
                <a:solidFill>
                  <a:srgbClr val="FF0000"/>
                </a:solidFill>
              </a:rPr>
              <a:t>print</a:t>
            </a:r>
            <a:endParaRPr lang="en-US" altLang="zh-CN" sz="257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3085" dirty="0" smtClean="0"/>
              <a:t>符号：</a:t>
            </a:r>
            <a:endParaRPr lang="zh-CN" altLang="en-US" sz="3085" dirty="0" smtClean="0"/>
          </a:p>
          <a:p>
            <a:pPr lvl="2"/>
            <a:r>
              <a:rPr lang="en-US" altLang="zh-CN" sz="2570" dirty="0" smtClean="0">
                <a:solidFill>
                  <a:srgbClr val="FF0000"/>
                </a:solidFill>
              </a:rPr>
              <a:t>()</a:t>
            </a:r>
            <a:endParaRPr lang="zh-CN" altLang="en-US" sz="257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3085" dirty="0" smtClean="0"/>
              <a:t>注意事项：</a:t>
            </a:r>
            <a:endParaRPr lang="zh-CN" altLang="en-US" sz="3085" dirty="0" smtClean="0"/>
          </a:p>
          <a:p>
            <a:pPr lvl="2"/>
            <a:r>
              <a:rPr lang="zh-CN" altLang="en-US" sz="2570" dirty="0" smtClean="0">
                <a:solidFill>
                  <a:srgbClr val="FF0000"/>
                </a:solidFill>
              </a:rPr>
              <a:t>英文输入状态</a:t>
            </a:r>
            <a:endParaRPr lang="zh-CN" altLang="en-US" sz="2570" dirty="0" smtClean="0">
              <a:solidFill>
                <a:srgbClr val="FF0000"/>
              </a:solidFill>
            </a:endParaRPr>
          </a:p>
          <a:p>
            <a:pPr lvl="2"/>
            <a:r>
              <a:rPr lang="zh-CN" altLang="en-US" sz="2570" dirty="0" smtClean="0">
                <a:solidFill>
                  <a:srgbClr val="FF0000"/>
                </a:solidFill>
              </a:rPr>
              <a:t>双引号或单引号</a:t>
            </a:r>
            <a:endParaRPr lang="en-US" altLang="zh-CN" sz="257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3085" dirty="0" smtClean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782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2. </a:t>
            </a:r>
            <a:r>
              <a:rPr lang="zh-CN" altLang="en-US" sz="3600" dirty="0" smtClean="0"/>
              <a:t>练一练</a:t>
            </a:r>
            <a:endParaRPr lang="zh-CN" altLang="en-US" sz="3600" dirty="0" smtClean="0"/>
          </a:p>
          <a:p>
            <a:pPr lvl="1"/>
            <a:r>
              <a:rPr lang="zh-CN" altLang="en-US" sz="2800" dirty="0" smtClean="0"/>
              <a:t>使用</a:t>
            </a:r>
            <a:r>
              <a:rPr lang="en-US" altLang="zh-CN" sz="2800" dirty="0" smtClean="0"/>
              <a:t>Python</a:t>
            </a:r>
            <a:r>
              <a:rPr lang="zh-CN" altLang="en-US" sz="2800" dirty="0" smtClean="0">
                <a:solidFill>
                  <a:srgbClr val="FF0000"/>
                </a:solidFill>
              </a:rPr>
              <a:t>文件式</a:t>
            </a:r>
            <a:r>
              <a:rPr lang="zh-CN" altLang="en-US" sz="2800" dirty="0" smtClean="0"/>
              <a:t>编程输出自己的姓名</a:t>
            </a:r>
            <a:endParaRPr lang="zh-CN" altLang="en-US" sz="2800" dirty="0" smtClean="0"/>
          </a:p>
          <a:p>
            <a:pPr lvl="1"/>
            <a:br>
              <a:rPr lang="zh-CN" altLang="en-US" sz="3085" dirty="0" smtClean="0"/>
            </a:br>
            <a:endParaRPr lang="zh-CN" altLang="en-US" sz="3085" dirty="0" smtClean="0"/>
          </a:p>
          <a:p>
            <a:endParaRPr lang="en-US" altLang="zh-CN" sz="3085" dirty="0" smtClean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570" y="1946910"/>
            <a:ext cx="7373620" cy="47218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782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>
                <a:sym typeface="+mn-ea"/>
              </a:rPr>
              <a:t>2. </a:t>
            </a:r>
            <a:r>
              <a:rPr lang="zh-CN" altLang="en-US" sz="3600" dirty="0" smtClean="0">
                <a:sym typeface="+mn-ea"/>
              </a:rPr>
              <a:t>程序运行</a:t>
            </a:r>
            <a:endParaRPr lang="zh-CN" altLang="en-US" sz="3600" dirty="0" smtClean="0">
              <a:sym typeface="+mn-ea"/>
            </a:endParaRPr>
          </a:p>
          <a:p>
            <a:pPr lvl="1"/>
            <a:r>
              <a:rPr lang="zh-CN" altLang="en-US" sz="3085" dirty="0" smtClean="0">
                <a:solidFill>
                  <a:srgbClr val="FF0000"/>
                </a:solidFill>
                <a:sym typeface="+mn-ea"/>
              </a:rPr>
              <a:t>点击</a:t>
            </a:r>
            <a:r>
              <a:rPr lang="en-US" altLang="zh-CN" sz="3085" dirty="0" smtClean="0">
                <a:solidFill>
                  <a:srgbClr val="FF0000"/>
                </a:solidFill>
                <a:sym typeface="+mn-ea"/>
              </a:rPr>
              <a:t>Run</a:t>
            </a:r>
            <a:endParaRPr lang="en-US" altLang="zh-CN" sz="3085" dirty="0" smtClean="0">
              <a:solidFill>
                <a:srgbClr val="FF0000"/>
              </a:solidFill>
              <a:sym typeface="+mn-ea"/>
            </a:endParaRPr>
          </a:p>
          <a:p>
            <a:pPr marL="457200" lvl="1" indent="0">
              <a:buNone/>
            </a:pPr>
            <a:endParaRPr lang="en-US" altLang="zh-CN" sz="3085" dirty="0" smtClean="0">
              <a:solidFill>
                <a:srgbClr val="FF0000"/>
              </a:solidFill>
              <a:sym typeface="+mn-ea"/>
            </a:endParaRPr>
          </a:p>
          <a:p>
            <a:pPr lvl="1"/>
            <a:r>
              <a:rPr lang="zh-CN" altLang="en-US" sz="3085" dirty="0" smtClean="0">
                <a:solidFill>
                  <a:srgbClr val="FF0000"/>
                </a:solidFill>
                <a:sym typeface="+mn-ea"/>
              </a:rPr>
              <a:t>点击</a:t>
            </a:r>
            <a:r>
              <a:rPr lang="en-US" altLang="zh-CN" sz="3085" dirty="0" smtClean="0">
                <a:solidFill>
                  <a:srgbClr val="FF0000"/>
                </a:solidFill>
                <a:sym typeface="+mn-ea"/>
              </a:rPr>
              <a:t>Run Module</a:t>
            </a:r>
            <a:endParaRPr lang="en-US" altLang="zh-CN" sz="3085" dirty="0" smtClean="0">
              <a:solidFill>
                <a:srgbClr val="FF0000"/>
              </a:solidFill>
              <a:sym typeface="+mn-ea"/>
            </a:endParaRPr>
          </a:p>
          <a:p>
            <a:pPr marL="457200" lvl="1" indent="0">
              <a:buNone/>
            </a:pPr>
            <a:endParaRPr lang="en-US" altLang="zh-CN" sz="3085" dirty="0" smtClean="0">
              <a:solidFill>
                <a:srgbClr val="FF0000"/>
              </a:solidFill>
              <a:sym typeface="+mn-ea"/>
            </a:endParaRPr>
          </a:p>
          <a:p>
            <a:pPr lvl="1"/>
            <a:r>
              <a:rPr lang="zh-CN" altLang="en-US" sz="3085" dirty="0" smtClean="0">
                <a:solidFill>
                  <a:srgbClr val="FF0000"/>
                </a:solidFill>
                <a:sym typeface="+mn-ea"/>
              </a:rPr>
              <a:t>选择存储位置</a:t>
            </a:r>
            <a:r>
              <a:rPr lang="en-US" altLang="zh-CN" sz="3085" dirty="0" smtClean="0">
                <a:solidFill>
                  <a:srgbClr val="FF0000"/>
                </a:solidFill>
                <a:sym typeface="+mn-ea"/>
              </a:rPr>
              <a:t>--&gt;</a:t>
            </a:r>
            <a:r>
              <a:rPr lang="zh-CN" altLang="en-US" sz="3085" dirty="0" smtClean="0">
                <a:solidFill>
                  <a:srgbClr val="FF0000"/>
                </a:solidFill>
                <a:sym typeface="+mn-ea"/>
              </a:rPr>
              <a:t>文件命名</a:t>
            </a:r>
            <a:endParaRPr lang="zh-CN" altLang="en-US" sz="3085" dirty="0" smtClean="0">
              <a:solidFill>
                <a:srgbClr val="FF0000"/>
              </a:solidFill>
              <a:sym typeface="+mn-ea"/>
            </a:endParaRPr>
          </a:p>
          <a:p>
            <a:pPr marL="457200" lvl="1" indent="0">
              <a:buNone/>
            </a:pPr>
            <a:endParaRPr lang="zh-CN" altLang="en-US" sz="3085" dirty="0" smtClean="0">
              <a:solidFill>
                <a:srgbClr val="FF0000"/>
              </a:solidFill>
              <a:sym typeface="+mn-ea"/>
            </a:endParaRPr>
          </a:p>
          <a:p>
            <a:pPr lvl="1"/>
            <a:r>
              <a:rPr lang="zh-CN" altLang="en-US" sz="3085" dirty="0" smtClean="0">
                <a:solidFill>
                  <a:srgbClr val="FF0000"/>
                </a:solidFill>
                <a:sym typeface="+mn-ea"/>
              </a:rPr>
              <a:t>运行</a:t>
            </a:r>
            <a:endParaRPr lang="en-US" altLang="zh-CN" sz="3085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3085" dirty="0" smtClean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/>
          <p:nvPr>
            <p:ph type="body" idx="2"/>
            <p:custDataLst>
              <p:tags r:id="rId1"/>
            </p:custDataLst>
          </p:nvPr>
        </p:nvSpPr>
        <p:spPr>
          <a:xfrm>
            <a:off x="1828800" y="3004185"/>
            <a:ext cx="2649220" cy="1208405"/>
          </a:xfrm>
        </p:spPr>
        <p:txBody>
          <a:bodyPr/>
          <a:lstStyle/>
          <a:p>
            <a:r>
              <a:rPr lang="zh-CN" altLang="en-US" dirty="0"/>
              <a:t>0</a:t>
            </a:r>
            <a:r>
              <a:rPr dirty="0"/>
              <a:t>3</a:t>
            </a:r>
            <a:endParaRPr dirty="0"/>
          </a:p>
        </p:txBody>
      </p:sp>
      <p:sp>
        <p:nvSpPr>
          <p:cNvPr id="8" name="标题 7"/>
          <p:cNvSpPr/>
          <p:nvPr>
            <p:ph type="title" idx="1"/>
            <p:custDataLst>
              <p:tags r:id="rId2"/>
            </p:custDataLst>
          </p:nvPr>
        </p:nvSpPr>
        <p:spPr>
          <a:xfrm>
            <a:off x="6732905" y="2092325"/>
            <a:ext cx="5005070" cy="168402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Python</a:t>
            </a:r>
            <a:r>
              <a:rPr dirty="0">
                <a:ea typeface="宋体" panose="02010600030101010101" pitchFamily="2" charset="-122"/>
              </a:rPr>
              <a:t>进阶体验</a:t>
            </a:r>
            <a:endParaRPr dirty="0"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147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3. </a:t>
            </a:r>
            <a:r>
              <a:rPr lang="zh-CN" altLang="en-US" sz="3600" dirty="0" smtClean="0"/>
              <a:t>进阶体验</a:t>
            </a:r>
            <a:r>
              <a:rPr lang="en-US" altLang="zh-CN" sz="3600" dirty="0" smtClean="0"/>
              <a:t>1--</a:t>
            </a:r>
            <a:r>
              <a:rPr lang="zh-CN" altLang="en-US" sz="3600" dirty="0" smtClean="0"/>
              <a:t>模拟</a:t>
            </a:r>
            <a:r>
              <a:rPr lang="en-US" altLang="zh-CN" sz="3600" dirty="0" smtClean="0"/>
              <a:t>ATM</a:t>
            </a:r>
            <a:r>
              <a:rPr lang="zh-CN" altLang="en-US" sz="3600" dirty="0" smtClean="0"/>
              <a:t>密码验证</a:t>
            </a:r>
            <a:endParaRPr lang="zh-CN" altLang="en-US" sz="3600" dirty="0" smtClean="0"/>
          </a:p>
          <a:p>
            <a:endParaRPr lang="en-US" altLang="zh-CN" sz="3600" dirty="0" smtClean="0"/>
          </a:p>
          <a:p>
            <a:pPr marL="0" indent="0">
              <a:buNone/>
            </a:pPr>
            <a:endParaRPr lang="en-US" altLang="zh-CN" sz="3600" dirty="0" smtClean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14525" y="5791835"/>
            <a:ext cx="96526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b="1">
                <a:solidFill>
                  <a:srgbClr val="FF0000"/>
                </a:solidFill>
                <a:effectLst/>
                <a:sym typeface="+mn-ea"/>
              </a:rPr>
              <a:t>注意：</a:t>
            </a:r>
            <a:r>
              <a:rPr lang="en-US" altLang="zh-CN" sz="2800" b="1">
                <a:solidFill>
                  <a:srgbClr val="FF0000"/>
                </a:solidFill>
                <a:effectLst/>
                <a:sym typeface="+mn-ea"/>
              </a:rPr>
              <a:t>Python</a:t>
            </a:r>
            <a:r>
              <a:rPr lang="zh-CN" altLang="en-US" sz="2800" b="1">
                <a:solidFill>
                  <a:srgbClr val="FF0000"/>
                </a:solidFill>
                <a:effectLst/>
                <a:sym typeface="+mn-ea"/>
              </a:rPr>
              <a:t>程序编写有严格的格式缩进要求</a:t>
            </a:r>
            <a:endParaRPr lang="zh-CN" altLang="en-US" sz="2800" b="1">
              <a:solidFill>
                <a:srgbClr val="FF0000"/>
              </a:solidFill>
              <a:effectLst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70" y="1852295"/>
            <a:ext cx="11096625" cy="31527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147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3. </a:t>
            </a:r>
            <a:r>
              <a:rPr lang="zh-CN" altLang="en-US" sz="3600" dirty="0" smtClean="0"/>
              <a:t>进阶体验</a:t>
            </a:r>
            <a:r>
              <a:rPr lang="en-US" altLang="zh-CN" sz="3600" dirty="0" smtClean="0"/>
              <a:t>1--</a:t>
            </a:r>
            <a:r>
              <a:rPr lang="zh-CN" altLang="en-US" sz="3600" dirty="0" smtClean="0"/>
              <a:t>模拟</a:t>
            </a:r>
            <a:r>
              <a:rPr lang="en-US" altLang="zh-CN" sz="3600" dirty="0" smtClean="0"/>
              <a:t>ATM</a:t>
            </a:r>
            <a:r>
              <a:rPr lang="zh-CN" altLang="en-US" sz="3600" dirty="0" smtClean="0"/>
              <a:t>密码验证</a:t>
            </a:r>
            <a:endParaRPr lang="zh-CN" altLang="en-US" sz="3600" dirty="0" smtClean="0"/>
          </a:p>
          <a:p>
            <a:pPr lvl="1"/>
            <a:r>
              <a:rPr lang="zh-CN" altLang="en-US" sz="2800" dirty="0" smtClean="0">
                <a:solidFill>
                  <a:srgbClr val="FF0000"/>
                </a:solidFill>
              </a:rPr>
              <a:t>逻辑：程序当中输入</a:t>
            </a:r>
            <a:r>
              <a:rPr lang="en-US" altLang="zh-CN" sz="2800" dirty="0" smtClean="0">
                <a:solidFill>
                  <a:srgbClr val="FF0000"/>
                </a:solidFill>
              </a:rPr>
              <a:t> -- </a:t>
            </a:r>
            <a:r>
              <a:rPr lang="zh-CN" altLang="en-US" sz="2800" dirty="0" smtClean="0">
                <a:solidFill>
                  <a:srgbClr val="FF0000"/>
                </a:solidFill>
              </a:rPr>
              <a:t>提示用户输入密码</a:t>
            </a:r>
            <a:endParaRPr lang="zh-CN" altLang="en-US" sz="280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800" dirty="0" smtClean="0">
                <a:solidFill>
                  <a:srgbClr val="FF0000"/>
                </a:solidFill>
              </a:rPr>
              <a:t>代码：</a:t>
            </a:r>
            <a:r>
              <a:rPr lang="en-US" altLang="zh-CN" sz="2800" dirty="0" smtClean="0">
                <a:solidFill>
                  <a:srgbClr val="FF0000"/>
                </a:solidFill>
              </a:rPr>
              <a:t>a = input("请输入您的密码")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endParaRPr lang="en-US" altLang="zh-CN" sz="3600" dirty="0" smtClean="0"/>
          </a:p>
          <a:p>
            <a:pPr marL="0" indent="0">
              <a:buNone/>
            </a:pPr>
            <a:endParaRPr lang="en-US" altLang="zh-CN" sz="3600" dirty="0" smtClean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70" y="2879725"/>
            <a:ext cx="11096625" cy="31527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147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3. </a:t>
            </a:r>
            <a:r>
              <a:rPr lang="zh-CN" altLang="en-US" sz="3600" dirty="0" smtClean="0"/>
              <a:t>进阶体验</a:t>
            </a:r>
            <a:r>
              <a:rPr lang="en-US" altLang="zh-CN" sz="3600" dirty="0" smtClean="0"/>
              <a:t>1--</a:t>
            </a:r>
            <a:r>
              <a:rPr lang="zh-CN" altLang="en-US" sz="3600" dirty="0" smtClean="0"/>
              <a:t>模拟</a:t>
            </a:r>
            <a:r>
              <a:rPr lang="en-US" altLang="zh-CN" sz="3600" dirty="0" smtClean="0"/>
              <a:t>ATM</a:t>
            </a:r>
            <a:r>
              <a:rPr lang="zh-CN" altLang="en-US" sz="3600" dirty="0" smtClean="0"/>
              <a:t>密码验证</a:t>
            </a:r>
            <a:endParaRPr lang="zh-CN" altLang="en-US" sz="3600" dirty="0" smtClean="0"/>
          </a:p>
          <a:p>
            <a:pPr lvl="1"/>
            <a:r>
              <a:rPr lang="zh-CN" altLang="en-US" sz="2800" dirty="0" smtClean="0">
                <a:solidFill>
                  <a:srgbClr val="FF0000"/>
                </a:solidFill>
              </a:rPr>
              <a:t>逻辑：进行判断 -- 验证密码是否正确</a:t>
            </a:r>
            <a:endParaRPr lang="zh-CN" altLang="en-US" sz="280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800" dirty="0" smtClean="0">
                <a:solidFill>
                  <a:srgbClr val="FF0000"/>
                </a:solidFill>
              </a:rPr>
              <a:t>情况1：正确 -- 做出对应反馈</a:t>
            </a:r>
            <a:endParaRPr lang="zh-CN" altLang="en-US" sz="280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800" dirty="0" smtClean="0">
                <a:solidFill>
                  <a:srgbClr val="FF0000"/>
                </a:solidFill>
              </a:rPr>
              <a:t>情况2：错误 -- 做出对应反馈</a:t>
            </a:r>
            <a:endParaRPr lang="zh-CN" altLang="en-US" sz="28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800" dirty="0" smtClean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85" y="3082925"/>
            <a:ext cx="11096625" cy="31527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147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3. </a:t>
            </a:r>
            <a:r>
              <a:rPr lang="zh-CN" altLang="en-US" sz="3600" dirty="0" smtClean="0"/>
              <a:t>进阶体验</a:t>
            </a:r>
            <a:r>
              <a:rPr lang="en-US" altLang="zh-CN" sz="3600" dirty="0" smtClean="0"/>
              <a:t>2--Turtle</a:t>
            </a:r>
            <a:r>
              <a:rPr lang="zh-CN" altLang="en-US" sz="3600" dirty="0" smtClean="0"/>
              <a:t>绘图五角星</a:t>
            </a:r>
            <a:endParaRPr lang="zh-CN" altLang="en-US" sz="3600" dirty="0" smtClean="0"/>
          </a:p>
          <a:p>
            <a:endParaRPr lang="en-US" altLang="zh-CN" sz="3600" dirty="0" smtClean="0"/>
          </a:p>
          <a:p>
            <a:pPr marL="0" indent="0">
              <a:buNone/>
            </a:pPr>
            <a:endParaRPr lang="en-US" altLang="zh-CN" sz="3600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1583690"/>
            <a:ext cx="8026400" cy="36023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147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3. </a:t>
            </a:r>
            <a:r>
              <a:rPr lang="zh-CN" altLang="en-US" sz="3600" dirty="0" smtClean="0"/>
              <a:t>进阶体验</a:t>
            </a:r>
            <a:r>
              <a:rPr lang="en-US" altLang="zh-CN" sz="3600" dirty="0" smtClean="0"/>
              <a:t>2--Turtle</a:t>
            </a:r>
            <a:r>
              <a:rPr lang="zh-CN" altLang="en-US" sz="3600" dirty="0" smtClean="0"/>
              <a:t>绘图五角星</a:t>
            </a:r>
            <a:endParaRPr lang="zh-CN" altLang="en-US" sz="3600" dirty="0" smtClean="0"/>
          </a:p>
          <a:p>
            <a:pPr lvl="1"/>
            <a:r>
              <a:rPr lang="zh-CN" altLang="en-US" sz="2800" dirty="0" smtClean="0"/>
              <a:t>导入</a:t>
            </a:r>
            <a:r>
              <a:rPr lang="en-US" altLang="zh-CN" sz="2800" dirty="0" smtClean="0"/>
              <a:t>turtle</a:t>
            </a:r>
            <a:r>
              <a:rPr lang="zh-CN" altLang="en-US" sz="2800" dirty="0" smtClean="0"/>
              <a:t>工具包</a:t>
            </a:r>
            <a:endParaRPr lang="zh-CN" altLang="en-US" sz="2800" dirty="0" smtClean="0"/>
          </a:p>
          <a:p>
            <a:endParaRPr lang="en-US" altLang="zh-CN" sz="3600" dirty="0" smtClean="0"/>
          </a:p>
          <a:p>
            <a:pPr marL="0" indent="0">
              <a:buNone/>
            </a:pPr>
            <a:endParaRPr lang="en-US" altLang="zh-CN" sz="3600" dirty="0" smtClean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80" y="2174240"/>
            <a:ext cx="8022099" cy="3600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147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3. </a:t>
            </a:r>
            <a:r>
              <a:rPr lang="zh-CN" altLang="en-US" sz="3600" dirty="0" smtClean="0"/>
              <a:t>进阶体验</a:t>
            </a:r>
            <a:r>
              <a:rPr lang="en-US" altLang="zh-CN" sz="3600" dirty="0" smtClean="0"/>
              <a:t>2--Turtle</a:t>
            </a:r>
            <a:r>
              <a:rPr lang="zh-CN" altLang="en-US" sz="3600" dirty="0" smtClean="0"/>
              <a:t>绘图五角星</a:t>
            </a:r>
            <a:endParaRPr lang="zh-CN" altLang="en-US" sz="3600" dirty="0" smtClean="0"/>
          </a:p>
          <a:p>
            <a:pPr lvl="1"/>
            <a:r>
              <a:rPr lang="zh-CN" altLang="en-US" sz="2800" dirty="0" smtClean="0"/>
              <a:t>设置海龟颜色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55" y="2193290"/>
            <a:ext cx="8022099" cy="3600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147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3. </a:t>
            </a:r>
            <a:r>
              <a:rPr lang="zh-CN" altLang="en-US" sz="3600" dirty="0" smtClean="0"/>
              <a:t>进阶体验</a:t>
            </a:r>
            <a:r>
              <a:rPr lang="en-US" altLang="zh-CN" sz="3600" dirty="0" smtClean="0"/>
              <a:t>2--Turtle</a:t>
            </a:r>
            <a:r>
              <a:rPr lang="zh-CN" altLang="en-US" sz="3600" dirty="0" smtClean="0"/>
              <a:t>绘图五角星</a:t>
            </a:r>
            <a:endParaRPr lang="zh-CN" altLang="en-US" sz="3600" dirty="0" smtClean="0"/>
          </a:p>
          <a:p>
            <a:pPr lvl="1"/>
            <a:r>
              <a:rPr lang="zh-CN" altLang="en-US" sz="2800" dirty="0" smtClean="0"/>
              <a:t>采用循环绘制图形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445" y="2299970"/>
            <a:ext cx="8022099" cy="3600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 txBox="1"/>
          <p:nvPr>
            <p:custDataLst>
              <p:tags r:id="rId1"/>
            </p:custDataLst>
          </p:nvPr>
        </p:nvSpPr>
        <p:spPr>
          <a:xfrm>
            <a:off x="1102147" y="802105"/>
            <a:ext cx="9973733" cy="5165558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/>
              <a:t>3. </a:t>
            </a:r>
            <a:r>
              <a:rPr lang="zh-CN" altLang="en-US" sz="3600" dirty="0" smtClean="0"/>
              <a:t>进阶体验</a:t>
            </a:r>
            <a:r>
              <a:rPr lang="en-US" altLang="zh-CN" sz="3600" dirty="0" smtClean="0"/>
              <a:t>2--Turtle</a:t>
            </a:r>
            <a:r>
              <a:rPr lang="zh-CN" altLang="en-US" sz="3600" dirty="0" smtClean="0"/>
              <a:t>绘图五角星</a:t>
            </a:r>
            <a:endParaRPr lang="zh-CN" altLang="en-US" sz="3600" dirty="0" smtClean="0"/>
          </a:p>
          <a:p>
            <a:pPr lvl="1"/>
            <a:r>
              <a:rPr lang="zh-CN" altLang="en-US" sz="2800" dirty="0" smtClean="0"/>
              <a:t>挑战：</a:t>
            </a:r>
            <a:endParaRPr lang="zh-CN" altLang="en-US" sz="2800" dirty="0" smtClean="0"/>
          </a:p>
          <a:p>
            <a:pPr lvl="2"/>
            <a:r>
              <a:rPr lang="zh-CN" altLang="en-US" sz="2800" dirty="0" smtClean="0"/>
              <a:t>如何修改循环绘制一个</a:t>
            </a:r>
            <a:r>
              <a:rPr lang="zh-CN" altLang="en-US" sz="2800" dirty="0" smtClean="0">
                <a:solidFill>
                  <a:srgbClr val="FF0000"/>
                </a:solidFill>
              </a:rPr>
              <a:t>正方形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130" y="2660650"/>
            <a:ext cx="4125988" cy="3600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/>
          <p:nvPr>
            <p:ph type="body" idx="2"/>
            <p:custDataLst>
              <p:tags r:id="rId1"/>
            </p:custDataLst>
          </p:nvPr>
        </p:nvSpPr>
        <p:spPr>
          <a:xfrm>
            <a:off x="1828800" y="3004185"/>
            <a:ext cx="2649220" cy="1208405"/>
          </a:xfrm>
        </p:spPr>
        <p:txBody>
          <a:bodyPr/>
          <a:lstStyle/>
          <a:p>
            <a:r>
              <a:rPr lang="zh-CN" altLang="en-US" dirty="0"/>
              <a:t>0</a:t>
            </a:r>
            <a:r>
              <a:rPr dirty="0"/>
              <a:t>4</a:t>
            </a:r>
            <a:endParaRPr dirty="0"/>
          </a:p>
        </p:txBody>
      </p:sp>
      <p:sp>
        <p:nvSpPr>
          <p:cNvPr id="8" name="标题 7"/>
          <p:cNvSpPr/>
          <p:nvPr>
            <p:ph type="title" idx="1"/>
            <p:custDataLst>
              <p:tags r:id="rId2"/>
            </p:custDataLst>
          </p:nvPr>
        </p:nvSpPr>
        <p:spPr>
          <a:xfrm>
            <a:off x="7042785" y="2092325"/>
            <a:ext cx="5005070" cy="1684020"/>
          </a:xfrm>
        </p:spPr>
        <p:txBody>
          <a:bodyPr/>
          <a:lstStyle/>
          <a:p>
            <a:r>
              <a:rPr dirty="0">
                <a:ea typeface="宋体" panose="02010600030101010101" pitchFamily="2" charset="-122"/>
              </a:rPr>
              <a:t>总结</a:t>
            </a:r>
            <a:endParaRPr dirty="0"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title" idx="1"/>
            <p:custDataLst>
              <p:tags r:id="rId1"/>
            </p:custDataLst>
          </p:nvPr>
        </p:nvSpPr>
        <p:spPr>
          <a:xfrm>
            <a:off x="2418715" y="1901190"/>
            <a:ext cx="8250555" cy="1705610"/>
          </a:xfrm>
        </p:spPr>
        <p:txBody>
          <a:bodyPr/>
          <a:lstStyle/>
          <a:p>
            <a:r>
              <a:rPr lang="zh-CN" altLang="en-US" dirty="0"/>
              <a:t>THANK  YOU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3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7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8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8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9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9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1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1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1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1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1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1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12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</p:tagLst>
</file>

<file path=ppt/tags/tag12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1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1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1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13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3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UNIT_TYPE" val="i"/>
  <p:tag name="KSO_WM_UNIT_INDEX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17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17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1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CONTENT_GROUP_TYPE" val="contentchip"/>
  <p:tag name="KSO_WM_UNIT_TYPE" val="i"/>
  <p:tag name="KSO_WM_UNIT_INDEX" val="4"/>
</p:tagLst>
</file>

<file path=ppt/tags/tag1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1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1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1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CONTENT_GROUP_TYPE" val="contentchip"/>
  <p:tag name="KSO_WM_UNIT_TYPE" val="i"/>
  <p:tag name="KSO_WM_UNIT_INDEX" val="8"/>
</p:tagLst>
</file>

<file path=ppt/tags/tag1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CONTENT_GROUP_TYPE" val="contentchip"/>
  <p:tag name="KSO_WM_UNIT_TYPE" val="i"/>
  <p:tag name="KSO_WM_UNIT_INDEX" val="9"/>
</p:tagLst>
</file>

<file path=ppt/tags/tag1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CONTENT_GROUP_TYPE" val="contentchip"/>
  <p:tag name="KSO_WM_UNIT_TYPE" val="i"/>
  <p:tag name="KSO_WM_UNIT_INDEX" val="10"/>
</p:tagLst>
</file>

<file path=ppt/tags/tag1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UNIT_TYPE" val="i"/>
  <p:tag name="KSO_WM_UNIT_INDEX" val="11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8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19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196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1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</p:tagLst>
</file>

<file path=ppt/tags/tag197.xml><?xml version="1.0" encoding="utf-8"?>
<p:tagLst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  <p:tag name="KSO_WM_SLIDE_THEME_ID" val="3303413"/>
  <p:tag name="KSO_WM_SLIDE_THEME_NAME" val="蓝色几何极简风主题"/>
</p:tagLst>
</file>

<file path=ppt/tags/tag198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4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DIAGRAM_GROUP_CODE" val="l1-1"/>
</p:tagLst>
</file>

<file path=ppt/tags/tag1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314_4*l_h_i*1_1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314_4*l_h_i*1_1_2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314_4*l_h_a*1_1_1"/>
  <p:tag name="KSO_WM_DIAGRAM_VERSION" val="3"/>
  <p:tag name="KSO_WM_DIAGRAM_COLOR_TRICK" val="2"/>
  <p:tag name="KSO_WM_DIAGRAM_COLOR_TEXT_CAN_REMOVE" val="n"/>
  <p:tag name="KSO_WM_UNIT_VALUE" val="28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2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314_4*l_h_i*1_2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314_4*l_h_i*1_2_2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314_4*l_h_a*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2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314_4*l_h_i*1_3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314_4*l_h_i*1_3_2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314_4*l_h_a*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2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314_4*l_h_i*1_4_1"/>
  <p:tag name="KSO_WM_TEMPLATE_CATEGORY" val="custom"/>
  <p:tag name="KSO_WM_TEMPLATE_INDEX" val="20230314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16,&quot;transparency&quot;:0},&quot;type&quot;:1},&quot;glow&quot;:{&quot;colorType&quot;:0},&quot;line&quot;:{&quot;type&quot;:0},&quot;shadow&quot;:{&quot;brightness&quot;:-0.5,&quot;colorType&quot;:1,&quot;foreColorIndex&quot;:14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314_4*l_h_i*1_4_2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314"/>
  <p:tag name="KSO_WM_UNIT_LAYERLEVEL" val="1_1_1"/>
  <p:tag name="KSO_WM_TAG_VERSION" val="3.0"/>
  <p:tag name="KSO_WM_BEAUTIFY_FLAG" val="#wm#"/>
  <p:tag name="KSO_WM_DIAGRAM_GROUP_CODE" val="l1-1"/>
  <p:tag name="KSO_WM_UNIT_TYPE" val="l_h_a"/>
  <p:tag name="KSO_WM_UNIT_ID" val="custom20230314_4*l_h_a*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449.6499938964844,&quot;left&quot;:345.09999694824216,&quot;top&quot;:65.72500305175781,&quot;width&quot;:399.100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标题"/>
  <p:tag name="KSO_WM_UNIT_TEXT_TYPE" val="1"/>
</p:tagLst>
</file>

<file path=ppt/tags/tag211.xml><?xml version="1.0" encoding="utf-8"?>
<p:tagLst xmlns:p="http://schemas.openxmlformats.org/presentationml/2006/main">
  <p:tag name="KSO_WM_SLIDE_ID" val="custom20230314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314"/>
  <p:tag name="KSO_WM_SLIDE_TYPE" val="contents"/>
  <p:tag name="KSO_WM_SLIDE_SUBTYPE" val="diag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1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314_7*e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7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14.xml><?xml version="1.0" encoding="utf-8"?>
<p:tagLst xmlns:p="http://schemas.openxmlformats.org/presentationml/2006/main">
  <p:tag name="KSO_WM_SLIDE_ID" val="custom20230314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4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504.35&quot;,&quot;top&quot;:&quot;139.2&quot;,&quot;width&quot;:&quot;435.7&quot;,&quot;height&quot;:&quot;210&quot;}"/>
</p:tagLst>
</file>

<file path=ppt/tags/tag215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16.xml><?xml version="1.0" encoding="utf-8"?>
<p:tagLst xmlns:p="http://schemas.openxmlformats.org/presentationml/2006/main">
  <p:tag name="KSO_WM_UNIT_PLACING_PICTURE_USER_VIEWPORT" val="{&quot;height&quot;:5159,&quot;width&quot;:6550}"/>
</p:tagLst>
</file>

<file path=ppt/tags/tag217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18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19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20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21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2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314_7*e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7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24.xml><?xml version="1.0" encoding="utf-8"?>
<p:tagLst xmlns:p="http://schemas.openxmlformats.org/presentationml/2006/main">
  <p:tag name="KSO_WM_SLIDE_ID" val="custom20230314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4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504.35&quot;,&quot;top&quot;:&quot;139.2&quot;,&quot;width&quot;:&quot;435.7&quot;,&quot;height&quot;:&quot;210&quot;}"/>
</p:tagLst>
</file>

<file path=ppt/tags/tag225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26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27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28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29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30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3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314_7*e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7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33.xml><?xml version="1.0" encoding="utf-8"?>
<p:tagLst xmlns:p="http://schemas.openxmlformats.org/presentationml/2006/main">
  <p:tag name="KSO_WM_SLIDE_ID" val="custom20230314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4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504.35&quot;,&quot;top&quot;:&quot;139.2&quot;,&quot;width&quot;:&quot;435.7&quot;,&quot;height&quot;:&quot;210&quot;}"/>
</p:tagLst>
</file>

<file path=ppt/tags/tag234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35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36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37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38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39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40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41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42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43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44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45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46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47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48.xml><?xml version="1.0" encoding="utf-8"?>
<p:tagLst xmlns:p="http://schemas.openxmlformats.org/presentationml/2006/main">
  <p:tag name="KSO_WM_TAG_VERSION" val="1.0"/>
  <p:tag name="KSO_WM_TEMPLATE_CATEGORY" val="preset"/>
  <p:tag name="KSO_WM_TEMPLATE_INDEX" val="201"/>
  <p:tag name="KSO_WM_UNIT_TYPE" val="f"/>
  <p:tag name="KSO_WM_UNIT_INDEX" val="1"/>
  <p:tag name="KSO_WM_UNIT_ID" val="150995295*f*1"/>
  <p:tag name="KSO_WM_UNIT_CLEAR" val="1"/>
  <p:tag name="KSO_WM_UNIT_LAYERLEVEL" val="1"/>
  <p:tag name="KSO_WM_UNIT_VALUE" val="210"/>
  <p:tag name="KSO_WM_UNIT_HIGHLIGHT" val="0"/>
  <p:tag name="KSO_WM_UNIT_COMPATIBLE" val="0"/>
  <p:tag name="KSO_WM_BEAUTIFY_FLAG" val="#wm#"/>
  <p:tag name="KSO_WM_UNIT_PRESET_TEXT" val="请在此处添加文本"/>
</p:tagLst>
</file>

<file path=ppt/tags/tag249.xml><?xml version="1.0" encoding="utf-8"?>
<p:tagLst xmlns:p="http://schemas.openxmlformats.org/presentationml/2006/main">
  <p:tag name="KSO_WM_TEMPLATE_CATEGORY" val="preset"/>
  <p:tag name="KSO_WM_TEMPLATE_INDEX" val="201"/>
  <p:tag name="KSO_WM_SLIDE_ID" val="150995295"/>
  <p:tag name="KSO_WM_SLIDE_INDEX" val="48"/>
  <p:tag name="KSO_WM_SLIDE_ITEM_CNT" val="1"/>
  <p:tag name="KSO_WM_SLIDE_LAYOUT" val="f"/>
  <p:tag name="KSO_WM_SLIDE_LAYOUT_CNT" val="1"/>
  <p:tag name="KSO_WM_SLIDE_TYPE" val="text"/>
  <p:tag name="KSO_WM_BEAUTIFY_FLAG" val="#wm#"/>
  <p:tag name="KSO_WM_SLIDE_POSITION" val="87*63"/>
  <p:tag name="KSO_WM_SLIDE_SIZE" val="785*407"/>
  <p:tag name="KSO_WM_TAG_VERSION" val="1.0"/>
  <p:tag name="KSO_WM_SLIDE_THEME_ID" val="3303413"/>
  <p:tag name="KSO_WM_SLIDE_THEME_NAME" val="蓝色几何极简风主题"/>
</p:tagLst>
</file>

<file path=ppt/tags/tag25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314_7*e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7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52.xml><?xml version="1.0" encoding="utf-8"?>
<p:tagLst xmlns:p="http://schemas.openxmlformats.org/presentationml/2006/main">
  <p:tag name="KSO_WM_SLIDE_ID" val="custom20230314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314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504.35&quot;,&quot;top&quot;:&quot;139.2&quot;,&quot;width&quot;:&quot;435.7&quot;,&quot;height&quot;:&quot;210&quot;}"/>
</p:tagLst>
</file>

<file path=ppt/tags/tag253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9*a*1"/>
  <p:tag name="KSO_WM_TEMPLATE_CATEGORY" val="custom"/>
  <p:tag name="KSO_WM_TEMPLATE_INDEX" val="20230314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SLIDE_ID" val="custom20230314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314"/>
  <p:tag name="KSO_WM_SLIDE_TYPE" val="endPage"/>
  <p:tag name="KSO_WM_SLIDE_SUBTYPE" val="pureTxt"/>
  <p:tag name="KSO_WM_SLIDE_LAYOUT" val="a_f"/>
  <p:tag name="KSO_WM_SLIDE_LAYOUT_CNT" val="1_1"/>
  <p:tag name="KSO_WM_SPECIAL_SOURCE" val="bdnull"/>
  <p:tag name="KSO_WM_SLIDE_CONTENT_AREA" val="{&quot;left&quot;:&quot;173.7&quot;,&quot;top&quot;:&quot;78.5&quot;,&quot;width&quot;:&quot;702.55&quot;,&quot;height&quot;:&quot;350.15&quot;}"/>
</p:tagLst>
</file>

<file path=ppt/tags/tag255.xml><?xml version="1.0" encoding="utf-8"?>
<p:tagLst xmlns:p="http://schemas.openxmlformats.org/presentationml/2006/main">
  <p:tag name="commondata" val="eyJoZGlkIjoiYTRmN2EwYmYzZjQ5YzFlNjk2OGQxN2EzMGQyNDBkOT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"/>
        <a:cs typeface=""/>
      </a:majorFont>
      <a:minorFont>
        <a:latin typeface="MiSans Norm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WPS 演示</Application>
  <PresentationFormat>宽屏</PresentationFormat>
  <Paragraphs>118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MiSans Normal</vt:lpstr>
      <vt:lpstr>MiSans Heavy</vt:lpstr>
      <vt:lpstr>微软雅黑</vt:lpstr>
      <vt:lpstr>Arial Unicode MS</vt:lpstr>
      <vt:lpstr>Calibri</vt:lpstr>
      <vt:lpstr>Calibri Light</vt:lpstr>
      <vt:lpstr>MiSans Heavy</vt:lpstr>
      <vt:lpstr>Segoe Print</vt:lpstr>
      <vt:lpstr>MiSans Normal</vt:lpstr>
      <vt:lpstr>Office 主题</vt:lpstr>
      <vt:lpstr>2_Office 主题</vt:lpstr>
      <vt:lpstr>1_Office 主题</vt:lpstr>
      <vt:lpstr>智能小车-02</vt:lpstr>
      <vt:lpstr>目录</vt:lpstr>
      <vt:lpstr>软件准备</vt:lpstr>
      <vt:lpstr>PowerPoint 演示文稿</vt:lpstr>
      <vt:lpstr>PowerPoint 演示文稿</vt:lpstr>
      <vt:lpstr>PowerPoint 演示文稿</vt:lpstr>
      <vt:lpstr>如何连接设备</vt:lpstr>
      <vt:lpstr>PowerPoint 演示文稿</vt:lpstr>
      <vt:lpstr>PowerPoint 演示文稿</vt:lpstr>
      <vt:lpstr>PowerPoint 演示文稿</vt:lpstr>
      <vt:lpstr>设置电机转动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总结练习</vt:lpstr>
      <vt:lpstr>THANK 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啊庆</dc:creator>
  <cp:lastModifiedBy>啊庆</cp:lastModifiedBy>
  <cp:revision>541</cp:revision>
  <dcterms:created xsi:type="dcterms:W3CDTF">1900-01-01T00:00:00Z</dcterms:created>
  <dcterms:modified xsi:type="dcterms:W3CDTF">2024-10-09T05:32:32Z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CC529C7168564491A73F815B10B53459_13</vt:lpwstr>
  </property>
</Properties>
</file>