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370" r:id="rId4"/>
    <p:sldId id="431" r:id="rId6"/>
    <p:sldId id="449" r:id="rId7"/>
    <p:sldId id="450" r:id="rId8"/>
    <p:sldId id="451" r:id="rId9"/>
    <p:sldId id="452" r:id="rId10"/>
    <p:sldId id="453" r:id="rId11"/>
    <p:sldId id="454" r:id="rId12"/>
    <p:sldId id="455" r:id="rId13"/>
    <p:sldId id="456" r:id="rId14"/>
    <p:sldId id="457" r:id="rId15"/>
    <p:sldId id="385" r:id="rId16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5686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68" y="96"/>
      </p:cViewPr>
      <p:guideLst>
        <p:guide orient="horz" pos="223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35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422CF-0D80-45B7-804E-B558B97AB2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8C390-5DFC-4387-A3E4-66C0935898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F849C2A-8E95-4FC5-A23A-17CF15F7000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" Type="http://schemas.openxmlformats.org/officeDocument/2006/relationships/tags" Target="../tags/tag1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image" Target="../media/image3.png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4.png"/><Relationship Id="rId2" Type="http://schemas.openxmlformats.org/officeDocument/2006/relationships/tags" Target="../tags/tag29.xml"/><Relationship Id="rId19" Type="http://schemas.openxmlformats.org/officeDocument/2006/relationships/tags" Target="../tags/tag45.xml"/><Relationship Id="rId18" Type="http://schemas.openxmlformats.org/officeDocument/2006/relationships/tags" Target="../tags/tag44.xml"/><Relationship Id="rId17" Type="http://schemas.openxmlformats.org/officeDocument/2006/relationships/tags" Target="../tags/tag43.xml"/><Relationship Id="rId16" Type="http://schemas.openxmlformats.org/officeDocument/2006/relationships/tags" Target="../tags/tag42.xml"/><Relationship Id="rId15" Type="http://schemas.openxmlformats.org/officeDocument/2006/relationships/tags" Target="../tags/tag41.xml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image" Target="../media/image3.png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image" Target="../media/image3.png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82.xml"/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image" Target="../media/image2.png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3" Type="http://schemas.openxmlformats.org/officeDocument/2006/relationships/tags" Target="../tags/tag86.xml"/><Relationship Id="rId12" Type="http://schemas.openxmlformats.org/officeDocument/2006/relationships/tags" Target="../tags/tag85.xml"/><Relationship Id="rId11" Type="http://schemas.openxmlformats.org/officeDocument/2006/relationships/tags" Target="../tags/tag84.xml"/><Relationship Id="rId10" Type="http://schemas.openxmlformats.org/officeDocument/2006/relationships/tags" Target="../tags/tag83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image" Target="../media/image3.png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6" Type="http://schemas.openxmlformats.org/officeDocument/2006/relationships/tags" Target="../tags/tag103.xml"/><Relationship Id="rId15" Type="http://schemas.openxmlformats.org/officeDocument/2006/relationships/tags" Target="../tags/tag102.xml"/><Relationship Id="rId14" Type="http://schemas.openxmlformats.org/officeDocument/2006/relationships/tags" Target="../tags/tag101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image" Target="../media/image3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image" Target="../media/image5.png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" Type="http://schemas.openxmlformats.org/officeDocument/2006/relationships/image" Target="../media/image2.png"/><Relationship Id="rId2" Type="http://schemas.openxmlformats.org/officeDocument/2006/relationships/tags" Target="../tags/tag126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7" Type="http://schemas.openxmlformats.org/officeDocument/2006/relationships/image" Target="../media/image5.png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image" Target="../media/image4.png"/><Relationship Id="rId2" Type="http://schemas.openxmlformats.org/officeDocument/2006/relationships/tags" Target="../tags/tag1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7" Type="http://schemas.openxmlformats.org/officeDocument/2006/relationships/tags" Target="../tags/tag168.xml"/><Relationship Id="rId16" Type="http://schemas.openxmlformats.org/officeDocument/2006/relationships/tags" Target="../tags/tag167.xml"/><Relationship Id="rId15" Type="http://schemas.openxmlformats.org/officeDocument/2006/relationships/tags" Target="../tags/tag166.xml"/><Relationship Id="rId14" Type="http://schemas.openxmlformats.org/officeDocument/2006/relationships/tags" Target="../tags/tag165.xml"/><Relationship Id="rId13" Type="http://schemas.openxmlformats.org/officeDocument/2006/relationships/tags" Target="../tags/tag164.xml"/><Relationship Id="rId12" Type="http://schemas.openxmlformats.org/officeDocument/2006/relationships/tags" Target="../tags/tag163.xml"/><Relationship Id="rId11" Type="http://schemas.openxmlformats.org/officeDocument/2006/relationships/tags" Target="../tags/tag162.xml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6.xml"/><Relationship Id="rId8" Type="http://schemas.openxmlformats.org/officeDocument/2006/relationships/tags" Target="../tags/tag175.xml"/><Relationship Id="rId7" Type="http://schemas.openxmlformats.org/officeDocument/2006/relationships/tags" Target="../tags/tag174.xml"/><Relationship Id="rId6" Type="http://schemas.openxmlformats.org/officeDocument/2006/relationships/tags" Target="../tags/tag173.xml"/><Relationship Id="rId5" Type="http://schemas.openxmlformats.org/officeDocument/2006/relationships/tags" Target="../tags/tag172.xml"/><Relationship Id="rId4" Type="http://schemas.openxmlformats.org/officeDocument/2006/relationships/tags" Target="../tags/tag17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202.xml"/><Relationship Id="rId8" Type="http://schemas.openxmlformats.org/officeDocument/2006/relationships/tags" Target="../tags/tag201.xml"/><Relationship Id="rId7" Type="http://schemas.openxmlformats.org/officeDocument/2006/relationships/tags" Target="../tags/tag200.xml"/><Relationship Id="rId6" Type="http://schemas.openxmlformats.org/officeDocument/2006/relationships/tags" Target="../tags/tag199.xml"/><Relationship Id="rId5" Type="http://schemas.openxmlformats.org/officeDocument/2006/relationships/tags" Target="../tags/tag198.xml"/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6" Type="http://schemas.openxmlformats.org/officeDocument/2006/relationships/tags" Target="../tags/tag208.xml"/><Relationship Id="rId15" Type="http://schemas.openxmlformats.org/officeDocument/2006/relationships/tags" Target="../tags/tag207.xml"/><Relationship Id="rId14" Type="http://schemas.openxmlformats.org/officeDocument/2006/relationships/tags" Target="../tags/tag206.xml"/><Relationship Id="rId13" Type="http://schemas.openxmlformats.org/officeDocument/2006/relationships/tags" Target="../tags/tag205.xml"/><Relationship Id="rId12" Type="http://schemas.openxmlformats.org/officeDocument/2006/relationships/image" Target="../media/image5.png"/><Relationship Id="rId11" Type="http://schemas.openxmlformats.org/officeDocument/2006/relationships/tags" Target="../tags/tag204.xml"/><Relationship Id="rId10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216.xml"/><Relationship Id="rId8" Type="http://schemas.openxmlformats.org/officeDocument/2006/relationships/tags" Target="../tags/tag215.xml"/><Relationship Id="rId7" Type="http://schemas.openxmlformats.org/officeDocument/2006/relationships/tags" Target="../tags/tag214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4" Type="http://schemas.openxmlformats.org/officeDocument/2006/relationships/tags" Target="../tags/tag211.xml"/><Relationship Id="rId3" Type="http://schemas.openxmlformats.org/officeDocument/2006/relationships/tags" Target="../tags/tag210.xml"/><Relationship Id="rId21" Type="http://schemas.openxmlformats.org/officeDocument/2006/relationships/tags" Target="../tags/tag228.xml"/><Relationship Id="rId20" Type="http://schemas.openxmlformats.org/officeDocument/2006/relationships/tags" Target="../tags/tag227.xml"/><Relationship Id="rId2" Type="http://schemas.openxmlformats.org/officeDocument/2006/relationships/tags" Target="../tags/tag209.xml"/><Relationship Id="rId19" Type="http://schemas.openxmlformats.org/officeDocument/2006/relationships/tags" Target="../tags/tag226.xml"/><Relationship Id="rId18" Type="http://schemas.openxmlformats.org/officeDocument/2006/relationships/tags" Target="../tags/tag225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tags" Target="../tags/tag221.xml"/><Relationship Id="rId13" Type="http://schemas.openxmlformats.org/officeDocument/2006/relationships/tags" Target="../tags/tag220.xml"/><Relationship Id="rId12" Type="http://schemas.openxmlformats.org/officeDocument/2006/relationships/tags" Target="../tags/tag219.xml"/><Relationship Id="rId11" Type="http://schemas.openxmlformats.org/officeDocument/2006/relationships/tags" Target="../tags/tag218.xml"/><Relationship Id="rId10" Type="http://schemas.openxmlformats.org/officeDocument/2006/relationships/tags" Target="../tags/tag2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包图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588C729-B8A5-4B8D-BA6D-5AE061BB0DB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40D237-2A2B-4C32-B218-72E994CEDD6C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 descr="图片包含 滑雪, 雪花&#10;&#10;已生成高可信度的说明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7964021" y="26670"/>
            <a:ext cx="41833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baseline="0" dirty="0" smtClean="0">
                <a:solidFill>
                  <a:schemeClr val="accent4">
                    <a:lumMod val="75000"/>
                  </a:schemeClr>
                </a:solidFill>
                <a:ea typeface="华文中宋" panose="02010600040101010101" pitchFamily="2" charset="-122"/>
              </a:rPr>
              <a:t>《</a:t>
            </a:r>
            <a:r>
              <a:rPr baseline="0" dirty="0" smtClean="0">
                <a:solidFill>
                  <a:schemeClr val="accent4">
                    <a:lumMod val="75000"/>
                  </a:schemeClr>
                </a:solidFill>
                <a:ea typeface="华文中宋" panose="02010600040101010101" pitchFamily="2" charset="-122"/>
              </a:rPr>
              <a:t>信息学奥赛一本通·编程启蒙 C++版</a:t>
            </a:r>
            <a:r>
              <a:rPr lang="en-US" altLang="zh-CN" baseline="0" dirty="0" smtClean="0">
                <a:solidFill>
                  <a:schemeClr val="accent4">
                    <a:lumMod val="75000"/>
                  </a:schemeClr>
                </a:solidFill>
                <a:ea typeface="华文中宋" panose="02010600040101010101" pitchFamily="2" charset="-122"/>
              </a:rPr>
              <a:t>》</a:t>
            </a:r>
            <a:endParaRPr lang="zh-CN" altLang="en-US" baseline="0" dirty="0">
              <a:solidFill>
                <a:schemeClr val="accent4">
                  <a:lumMod val="75000"/>
                </a:schemeClr>
              </a:solidFill>
              <a:ea typeface="华文中宋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875"/>
          <p:cNvSpPr/>
          <p:nvPr userDrawn="1">
            <p:custDataLst>
              <p:tags r:id="rId4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 baseline="0">
              <a:solidFill>
                <a:srgbClr val="53585F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Shape 1876"/>
          <p:cNvSpPr/>
          <p:nvPr userDrawn="1">
            <p:custDataLst>
              <p:tags r:id="rId5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 baseline="0">
              <a:solidFill>
                <a:srgbClr val="53585F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Shape 1877"/>
          <p:cNvSpPr/>
          <p:nvPr userDrawn="1">
            <p:custDataLst>
              <p:tags r:id="rId6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 baseline="0">
              <a:solidFill>
                <a:srgbClr val="53585F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Shape 1878"/>
          <p:cNvSpPr/>
          <p:nvPr userDrawn="1">
            <p:custDataLst>
              <p:tags r:id="rId7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 baseline="0">
              <a:solidFill>
                <a:srgbClr val="53585F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Shape 1875"/>
          <p:cNvSpPr/>
          <p:nvPr userDrawn="1">
            <p:custDataLst>
              <p:tags r:id="rId8"/>
            </p:custDataLst>
          </p:nvPr>
        </p:nvSpPr>
        <p:spPr>
          <a:xfrm>
            <a:off x="9906000" y="6095999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 baseline="0">
              <a:solidFill>
                <a:srgbClr val="53585F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Shape 1876"/>
          <p:cNvSpPr/>
          <p:nvPr userDrawn="1">
            <p:custDataLst>
              <p:tags r:id="rId9"/>
            </p:custDataLst>
          </p:nvPr>
        </p:nvSpPr>
        <p:spPr>
          <a:xfrm>
            <a:off x="10668000" y="609312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defTabSz="410845" hangingPunct="0">
              <a:defRPr sz="3000">
                <a:solidFill>
                  <a:srgbClr val="53585F"/>
                </a:solidFill>
              </a:defRPr>
            </a:pPr>
            <a:endParaRPr sz="1500" kern="0" baseline="0">
              <a:solidFill>
                <a:srgbClr val="53585F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0"/>
            </p:custDataLst>
          </p:nvPr>
        </p:nvSpPr>
        <p:spPr>
          <a:xfrm>
            <a:off x="2192316" y="2259756"/>
            <a:ext cx="7807369" cy="139809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u="none" strike="noStrike" kern="1200" cap="none" spc="6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2192338" y="3740434"/>
            <a:ext cx="7807325" cy="500572"/>
          </a:xfrm>
        </p:spPr>
        <p:txBody>
          <a:bodyPr lIns="91440" tIns="45720" rIns="91440" bIns="45720">
            <a:normAutofit/>
          </a:bodyPr>
          <a:lstStyle>
            <a:lvl1pPr marL="0" indent="0" algn="ctr">
              <a:buNone/>
              <a:defRPr sz="1800" spc="10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4" hasCustomPrompt="1"/>
            <p:custDataLst>
              <p:tags r:id="rId15"/>
            </p:custDataLst>
          </p:nvPr>
        </p:nvSpPr>
        <p:spPr>
          <a:xfrm>
            <a:off x="2449286" y="4383316"/>
            <a:ext cx="2451100" cy="414321"/>
          </a:xfrm>
        </p:spPr>
        <p:txBody>
          <a:bodyPr lIns="91440" tIns="45720" rIns="91440" bIns="45720"/>
          <a:lstStyle>
            <a:lvl1pPr marL="0" indent="0">
              <a:buNone/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汇报人姓名</a:t>
            </a:r>
            <a:endParaRPr lang="zh-CN" altLang="en-US" dirty="0"/>
          </a:p>
        </p:txBody>
      </p:sp>
      <p:sp>
        <p:nvSpPr>
          <p:cNvPr id="19" name="文本占位符 5"/>
          <p:cNvSpPr>
            <a:spLocks noGrp="1"/>
          </p:cNvSpPr>
          <p:nvPr>
            <p:ph type="body" sz="quarter" idx="15" hasCustomPrompt="1"/>
            <p:custDataLst>
              <p:tags r:id="rId16"/>
            </p:custDataLst>
          </p:nvPr>
        </p:nvSpPr>
        <p:spPr>
          <a:xfrm>
            <a:off x="7291614" y="4383316"/>
            <a:ext cx="2451100" cy="414321"/>
          </a:xfrm>
        </p:spPr>
        <p:txBody>
          <a:bodyPr lIns="91440" tIns="45720" rIns="91440" bIns="45720"/>
          <a:lstStyle>
            <a:lvl1pPr marL="0" indent="0" algn="r">
              <a:buNone/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en-US" altLang="zh-CN" dirty="0"/>
              <a:t>2020/01/01</a:t>
            </a:r>
            <a:endParaRPr lang="zh-CN" altLang="en-US" dirty="0"/>
          </a:p>
        </p:txBody>
      </p:sp>
      <p:cxnSp>
        <p:nvCxnSpPr>
          <p:cNvPr id="15" name="直接连接符 14"/>
          <p:cNvCxnSpPr/>
          <p:nvPr userDrawn="1">
            <p:custDataLst>
              <p:tags r:id="rId17"/>
            </p:custDataLst>
          </p:nvPr>
        </p:nvCxnSpPr>
        <p:spPr>
          <a:xfrm>
            <a:off x="2560320" y="4263574"/>
            <a:ext cx="7040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2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4" name="Picture 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5" name="组合 14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6" name="矩形 15"/>
              <p:cNvSpPr/>
              <p:nvPr userDrawn="1">
                <p:custDataLst>
                  <p:tags r:id="rId5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6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7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9" name="矩形 18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0" name="矩形 19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1" name="矩形 20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Shape 31"/>
          <p:cNvSpPr/>
          <p:nvPr userDrawn="1">
            <p:custDataLst>
              <p:tags r:id="rId4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 baseline="0"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Shape 32"/>
          <p:cNvSpPr/>
          <p:nvPr userDrawn="1">
            <p:custDataLst>
              <p:tags r:id="rId5"/>
            </p:custDataLst>
          </p:nvPr>
        </p:nvSpPr>
        <p:spPr>
          <a:xfrm>
            <a:off x="6858000" y="5334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 baseline="0"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Shape 33"/>
          <p:cNvSpPr/>
          <p:nvPr userDrawn="1">
            <p:custDataLst>
              <p:tags r:id="rId6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 baseline="0"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Shape 36"/>
          <p:cNvSpPr/>
          <p:nvPr userDrawn="1">
            <p:custDataLst>
              <p:tags r:id="rId7"/>
            </p:custDataLst>
          </p:nvPr>
        </p:nvSpPr>
        <p:spPr>
          <a:xfrm>
            <a:off x="-1" y="762000"/>
            <a:ext cx="762001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lnSpc>
                <a:spcPct val="100000"/>
              </a:lnSpc>
              <a:defRPr sz="3000">
                <a:solidFill>
                  <a:srgbClr val="53585F"/>
                </a:solidFill>
              </a:defRPr>
            </a:pPr>
            <a:endParaRPr sz="1500" baseline="0"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Shape 38"/>
          <p:cNvSpPr/>
          <p:nvPr userDrawn="1">
            <p:custDataLst>
              <p:tags r:id="rId8"/>
            </p:custDataLst>
          </p:nvPr>
        </p:nvSpPr>
        <p:spPr>
          <a:xfrm flipV="1">
            <a:off x="4419600" y="2696211"/>
            <a:ext cx="0" cy="1270001"/>
          </a:xfrm>
          <a:prstGeom prst="line">
            <a:avLst/>
          </a:prstGeom>
          <a:ln w="25400">
            <a:solidFill>
              <a:schemeClr val="accent6">
                <a:hueOff val="-2214564"/>
                <a:satOff val="-18400"/>
                <a:lumOff val="-82875"/>
                <a:alpha val="19618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algn="ctr">
              <a:lnSpc>
                <a:spcPct val="100000"/>
              </a:lnSpc>
              <a:defRPr sz="3200">
                <a:solidFill>
                  <a:schemeClr val="accent6">
                    <a:hueOff val="-2214564"/>
                    <a:satOff val="-18400"/>
                    <a:lumOff val="-82875"/>
                  </a:scheme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600" baseline="0"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Shape 1883"/>
          <p:cNvSpPr/>
          <p:nvPr userDrawn="1">
            <p:custDataLst>
              <p:tags r:id="rId9"/>
            </p:custDataLst>
          </p:nvPr>
        </p:nvSpPr>
        <p:spPr>
          <a:xfrm>
            <a:off x="9906001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4" name="Shape 1884"/>
          <p:cNvSpPr/>
          <p:nvPr userDrawn="1">
            <p:custDataLst>
              <p:tags r:id="rId10"/>
            </p:custDataLst>
          </p:nvPr>
        </p:nvSpPr>
        <p:spPr>
          <a:xfrm>
            <a:off x="6858001" y="5334000"/>
            <a:ext cx="762000" cy="762000"/>
          </a:xfrm>
          <a:prstGeom prst="rect">
            <a:avLst/>
          </a:prstGeom>
          <a:solidFill>
            <a:schemeClr val="accent1"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5" name="Shape 1885"/>
          <p:cNvSpPr/>
          <p:nvPr userDrawn="1">
            <p:custDataLst>
              <p:tags r:id="rId11"/>
            </p:custDataLst>
          </p:nvPr>
        </p:nvSpPr>
        <p:spPr>
          <a:xfrm>
            <a:off x="10668001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6" name="Shape 1888"/>
          <p:cNvSpPr/>
          <p:nvPr userDrawn="1">
            <p:custDataLst>
              <p:tags r:id="rId12"/>
            </p:custDataLst>
          </p:nvPr>
        </p:nvSpPr>
        <p:spPr>
          <a:xfrm>
            <a:off x="0" y="762000"/>
            <a:ext cx="762001" cy="762000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7" name="Shape 1889"/>
          <p:cNvSpPr/>
          <p:nvPr userDrawn="1">
            <p:custDataLst>
              <p:tags r:id="rId13"/>
            </p:custDataLst>
          </p:nvPr>
        </p:nvSpPr>
        <p:spPr>
          <a:xfrm>
            <a:off x="11430001" y="228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8" name="Shape 1890"/>
          <p:cNvSpPr/>
          <p:nvPr userDrawn="1">
            <p:custDataLst>
              <p:tags r:id="rId14"/>
            </p:custDataLst>
          </p:nvPr>
        </p:nvSpPr>
        <p:spPr>
          <a:xfrm flipV="1">
            <a:off x="4419601" y="2696211"/>
            <a:ext cx="0" cy="1270001"/>
          </a:xfrm>
          <a:prstGeom prst="line">
            <a:avLst/>
          </a:prstGeom>
          <a:ln w="25400">
            <a:solidFill>
              <a:schemeClr val="accent1">
                <a:alpha val="20000"/>
              </a:schemeClr>
            </a:solidFill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ctr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>
                <a:solidFill>
                  <a:srgbClr val="DCD5CB">
                    <a:hueOff val="-2214564"/>
                    <a:satOff val="-18400"/>
                    <a:lumOff val="-82875"/>
                  </a:srgbClr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DCD5CB">
                  <a:hueOff val="-2214564"/>
                  <a:satOff val="-18400"/>
                  <a:lumOff val="-82875"/>
                </a:srgb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4629151" y="2431178"/>
            <a:ext cx="5448297" cy="928376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8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4629146" y="3422413"/>
            <a:ext cx="5448297" cy="147002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5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6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7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3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11" name="Picture 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2" name="组合 11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3" name="矩形 12"/>
              <p:cNvSpPr/>
              <p:nvPr userDrawn="1">
                <p:custDataLst>
                  <p:tags r:id="rId5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6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7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7" name="矩形 16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8" name="矩形 17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1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78"/>
          <p:cNvSpPr/>
          <p:nvPr userDrawn="1">
            <p:custDataLst>
              <p:tags r:id="rId2"/>
            </p:custDataLst>
          </p:nvPr>
        </p:nvSpPr>
        <p:spPr>
          <a:xfrm>
            <a:off x="4568825" y="6985"/>
            <a:ext cx="7620000" cy="6861810"/>
          </a:xfrm>
          <a:prstGeom prst="rect">
            <a:avLst/>
          </a:prstGeom>
          <a:solidFill>
            <a:schemeClr val="bg2">
              <a:lumMod val="95000"/>
              <a:alpha val="50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>
              <a:lnSpc>
                <a:spcPct val="100000"/>
              </a:lnSpc>
              <a:defRPr sz="3000">
                <a:solidFill>
                  <a:schemeClr val="accent6">
                    <a:hueOff val="-2214564"/>
                    <a:satOff val="-18400"/>
                    <a:lumOff val="-82875"/>
                    <a:alpha val="70145"/>
                  </a:schemeClr>
                </a:solidFill>
              </a:defRPr>
            </a:pPr>
            <a:endParaRPr sz="1500" baseline="0"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7" name="Picture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8" name="Shape 1924"/>
          <p:cNvSpPr/>
          <p:nvPr userDrawn="1">
            <p:custDataLst>
              <p:tags r:id="rId5"/>
            </p:custDataLst>
          </p:nvPr>
        </p:nvSpPr>
        <p:spPr>
          <a:xfrm>
            <a:off x="9906000" y="6135339"/>
            <a:ext cx="762000" cy="762001"/>
          </a:xfrm>
          <a:prstGeom prst="rect">
            <a:avLst/>
          </a:prstGeom>
          <a:solidFill>
            <a:schemeClr val="accent3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Shape 1926"/>
          <p:cNvSpPr/>
          <p:nvPr userDrawn="1">
            <p:custDataLst>
              <p:tags r:id="rId6"/>
            </p:custDataLst>
          </p:nvPr>
        </p:nvSpPr>
        <p:spPr>
          <a:xfrm>
            <a:off x="10668000" y="6132462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Shape 1929"/>
          <p:cNvSpPr/>
          <p:nvPr userDrawn="1">
            <p:custDataLst>
              <p:tags r:id="rId7"/>
            </p:custDataLst>
          </p:nvPr>
        </p:nvSpPr>
        <p:spPr>
          <a:xfrm>
            <a:off x="0" y="763439"/>
            <a:ext cx="762001" cy="762000"/>
          </a:xfrm>
          <a:prstGeom prst="rect">
            <a:avLst/>
          </a:prstGeom>
          <a:solidFill>
            <a:schemeClr val="accent5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Shape 1930"/>
          <p:cNvSpPr/>
          <p:nvPr userDrawn="1">
            <p:custDataLst>
              <p:tags r:id="rId8"/>
            </p:custDataLst>
          </p:nvPr>
        </p:nvSpPr>
        <p:spPr>
          <a:xfrm>
            <a:off x="11430001" y="229969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Shape 1925"/>
          <p:cNvSpPr/>
          <p:nvPr userDrawn="1">
            <p:custDataLst>
              <p:tags r:id="rId9"/>
            </p:custDataLst>
          </p:nvPr>
        </p:nvSpPr>
        <p:spPr>
          <a:xfrm>
            <a:off x="6854382" y="5350617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9" name="Picture 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1" name="矩形 10"/>
              <p:cNvSpPr/>
              <p:nvPr userDrawn="1">
                <p:custDataLst>
                  <p:tags r:id="rId5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6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7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" name="矩形 15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0" y="-3810"/>
            <a:ext cx="12191365" cy="6866255"/>
            <a:chOff x="0" y="-3810"/>
            <a:chExt cx="12191365" cy="6866255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5455920"/>
              <a:ext cx="3241040" cy="140652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217275" y="-3810"/>
              <a:ext cx="974090" cy="907415"/>
              <a:chOff x="11217275" y="-3810"/>
              <a:chExt cx="974090" cy="907415"/>
            </a:xfrm>
          </p:grpSpPr>
          <p:sp>
            <p:nvSpPr>
              <p:cNvPr id="10" name="矩形 9"/>
              <p:cNvSpPr/>
              <p:nvPr userDrawn="1">
                <p:custDataLst>
                  <p:tags r:id="rId5"/>
                </p:custDataLst>
              </p:nvPr>
            </p:nvSpPr>
            <p:spPr>
              <a:xfrm flipV="1">
                <a:off x="11685270" y="455930"/>
                <a:ext cx="271780" cy="233045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6"/>
                </p:custDataLst>
              </p:nvPr>
            </p:nvSpPr>
            <p:spPr>
              <a:xfrm flipV="1">
                <a:off x="11957685" y="2311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7"/>
                </p:custDataLst>
              </p:nvPr>
            </p:nvSpPr>
            <p:spPr>
              <a:xfrm flipV="1">
                <a:off x="11957050" y="66992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" name="矩形 12"/>
              <p:cNvSpPr/>
              <p:nvPr userDrawn="1">
                <p:custDataLst>
                  <p:tags r:id="rId8"/>
                </p:custDataLst>
              </p:nvPr>
            </p:nvSpPr>
            <p:spPr>
              <a:xfrm flipV="1">
                <a:off x="11450955" y="229235"/>
                <a:ext cx="234315" cy="23368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4" name="矩形 13"/>
              <p:cNvSpPr/>
              <p:nvPr userDrawn="1">
                <p:custDataLst>
                  <p:tags r:id="rId9"/>
                </p:custDataLst>
              </p:nvPr>
            </p:nvSpPr>
            <p:spPr>
              <a:xfrm flipV="1">
                <a:off x="11685270" y="-3810"/>
                <a:ext cx="271780" cy="23304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" name="矩形 14"/>
              <p:cNvSpPr/>
              <p:nvPr userDrawn="1">
                <p:custDataLst>
                  <p:tags r:id="rId10"/>
                </p:custDataLst>
              </p:nvPr>
            </p:nvSpPr>
            <p:spPr>
              <a:xfrm flipV="1">
                <a:off x="11217275" y="-2540"/>
                <a:ext cx="233680" cy="23368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1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635" y="3598545"/>
            <a:ext cx="12191780" cy="3253740"/>
            <a:chOff x="-635" y="3598545"/>
            <a:chExt cx="12191780" cy="3253740"/>
          </a:xfrm>
        </p:grpSpPr>
        <p:pic>
          <p:nvPicPr>
            <p:cNvPr id="8" name="Picture 1"/>
            <p:cNvPicPr>
              <a:picLocks noChangeAspect="1"/>
            </p:cNvPicPr>
            <p:nvPr userDrawn="1"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-635" y="5125720"/>
              <a:ext cx="3977005" cy="1726565"/>
            </a:xfrm>
            <a:prstGeom prst="rect">
              <a:avLst/>
            </a:prstGeom>
          </p:spPr>
        </p:pic>
        <p:grpSp>
          <p:nvGrpSpPr>
            <p:cNvPr id="9" name="组合 8"/>
            <p:cNvGrpSpPr/>
            <p:nvPr userDrawn="1"/>
          </p:nvGrpSpPr>
          <p:grpSpPr>
            <a:xfrm>
              <a:off x="11892280" y="3598545"/>
              <a:ext cx="298865" cy="1209455"/>
              <a:chOff x="11892280" y="3598545"/>
              <a:chExt cx="298865" cy="1209455"/>
            </a:xfrm>
          </p:grpSpPr>
          <p:sp>
            <p:nvSpPr>
              <p:cNvPr id="10" name="矩形 9"/>
              <p:cNvSpPr/>
              <p:nvPr userDrawn="1">
                <p:custDataLst>
                  <p:tags r:id="rId5"/>
                </p:custDataLst>
              </p:nvPr>
            </p:nvSpPr>
            <p:spPr>
              <a:xfrm>
                <a:off x="11892280" y="4054222"/>
                <a:ext cx="298865" cy="2997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1" name="矩形 10"/>
              <p:cNvSpPr/>
              <p:nvPr userDrawn="1">
                <p:custDataLst>
                  <p:tags r:id="rId6"/>
                </p:custDataLst>
              </p:nvPr>
            </p:nvSpPr>
            <p:spPr>
              <a:xfrm>
                <a:off x="11892280" y="3598545"/>
                <a:ext cx="298865" cy="2997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2" name="矩形 11"/>
              <p:cNvSpPr/>
              <p:nvPr userDrawn="1">
                <p:custDataLst>
                  <p:tags r:id="rId7"/>
                </p:custDataLst>
              </p:nvPr>
            </p:nvSpPr>
            <p:spPr>
              <a:xfrm>
                <a:off x="11892280" y="4508235"/>
                <a:ext cx="298865" cy="29976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aseline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123940"/>
            <a:ext cx="8611200" cy="3734060"/>
          </a:xfrm>
          <a:prstGeom prst="rect">
            <a:avLst/>
          </a:prstGeom>
        </p:spPr>
      </p:pic>
      <p:sp>
        <p:nvSpPr>
          <p:cNvPr id="6" name="Shape 2972"/>
          <p:cNvSpPr/>
          <p:nvPr userDrawn="1">
            <p:custDataLst>
              <p:tags r:id="rId4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7" name="Shape 2973"/>
          <p:cNvSpPr/>
          <p:nvPr userDrawn="1">
            <p:custDataLst>
              <p:tags r:id="rId5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8" name="Shape 2974"/>
          <p:cNvSpPr/>
          <p:nvPr userDrawn="1">
            <p:custDataLst>
              <p:tags r:id="rId6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9" name="Shape 2975"/>
          <p:cNvSpPr/>
          <p:nvPr userDrawn="1">
            <p:custDataLst>
              <p:tags r:id="rId7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0" name="Shape 2972"/>
          <p:cNvSpPr/>
          <p:nvPr userDrawn="1">
            <p:custDataLst>
              <p:tags r:id="rId8"/>
            </p:custDataLst>
          </p:nvPr>
        </p:nvSpPr>
        <p:spPr>
          <a:xfrm>
            <a:off x="9906000" y="6098877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1" name="Shape 2973"/>
          <p:cNvSpPr/>
          <p:nvPr userDrawn="1">
            <p:custDataLst>
              <p:tags r:id="rId9"/>
            </p:custDataLst>
          </p:nvPr>
        </p:nvSpPr>
        <p:spPr>
          <a:xfrm>
            <a:off x="10668000" y="6096000"/>
            <a:ext cx="762000" cy="762000"/>
          </a:xfrm>
          <a:prstGeom prst="rect">
            <a:avLst/>
          </a:prstGeom>
          <a:solidFill>
            <a:schemeClr val="accent1">
              <a:alpha val="14998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2" name="Shape 2974"/>
          <p:cNvSpPr/>
          <p:nvPr userDrawn="1">
            <p:custDataLst>
              <p:tags r:id="rId10"/>
            </p:custDataLst>
          </p:nvPr>
        </p:nvSpPr>
        <p:spPr>
          <a:xfrm>
            <a:off x="762000" y="0"/>
            <a:ext cx="762000" cy="762001"/>
          </a:xfrm>
          <a:prstGeom prst="rect">
            <a:avLst/>
          </a:prstGeom>
          <a:solidFill>
            <a:schemeClr val="accent1">
              <a:alpha val="4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13" name="Shape 2975"/>
          <p:cNvSpPr/>
          <p:nvPr userDrawn="1">
            <p:custDataLst>
              <p:tags r:id="rId11"/>
            </p:custDataLst>
          </p:nvPr>
        </p:nvSpPr>
        <p:spPr>
          <a:xfrm>
            <a:off x="11430000" y="762000"/>
            <a:ext cx="762000" cy="762000"/>
          </a:xfrm>
          <a:prstGeom prst="rect">
            <a:avLst/>
          </a:prstGeom>
          <a:solidFill>
            <a:schemeClr val="accent6">
              <a:hueOff val="-2214564"/>
              <a:satOff val="-18400"/>
              <a:lumOff val="-82875"/>
              <a:alpha val="2000"/>
            </a:schemeClr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 marL="0" marR="0" lvl="0" indent="0" algn="l" defTabSz="41084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000">
                <a:solidFill>
                  <a:srgbClr val="53585F"/>
                </a:solidFill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53585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2"/>
            </p:custDataLst>
          </p:nvPr>
        </p:nvSpPr>
        <p:spPr>
          <a:xfrm>
            <a:off x="3075177" y="2310197"/>
            <a:ext cx="6041646" cy="139774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</a:t>
            </a:r>
            <a:r>
              <a:rPr lang="zh-CN" altLang="en-US" dirty="0">
                <a:sym typeface="+mn-ea"/>
              </a:rPr>
              <a:t>标</a:t>
            </a:r>
            <a:r>
              <a:rPr dirty="0">
                <a:sym typeface="+mn-ea"/>
              </a:rPr>
              <a:t>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3" hasCustomPrompt="1"/>
            <p:custDataLst>
              <p:tags r:id="rId16"/>
            </p:custDataLst>
          </p:nvPr>
        </p:nvSpPr>
        <p:spPr>
          <a:xfrm>
            <a:off x="3075177" y="3889083"/>
            <a:ext cx="6041646" cy="761302"/>
          </a:xfrm>
        </p:spPr>
        <p:txBody>
          <a:bodyPr lIns="91440" tIns="45720" rIns="91440" bIns="45720">
            <a:normAutofit/>
          </a:bodyPr>
          <a:lstStyle>
            <a:lvl1pPr marL="0" indent="0" algn="ctr">
              <a:buNone/>
              <a:defRPr sz="1800" spc="10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8" name="矩形 17"/>
          <p:cNvSpPr/>
          <p:nvPr userDrawn="1">
            <p:custDataLst>
              <p:tags r:id="rId17"/>
            </p:custDataLst>
          </p:nvPr>
        </p:nvSpPr>
        <p:spPr>
          <a:xfrm>
            <a:off x="5849257" y="3778584"/>
            <a:ext cx="493486" cy="580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lIns="90000" tIns="46800" rIns="90000" bIns="46800"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>
                <a:sym typeface="+mn-ea"/>
              </a:rPr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3914775"/>
            <a:ext cx="6788150" cy="29464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aseline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lIns="90000" tIns="46800" rIns="90000" bIns="46800" anchor="ctr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 lIns="90000" tIns="46800" rIns="90000" bIns="46800"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-1" y="-3810"/>
            <a:ext cx="4866885" cy="6866255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77080" y="770255"/>
            <a:ext cx="4115435" cy="882015"/>
          </a:xfrm>
          <a:noFill/>
        </p:spPr>
        <p:txBody>
          <a:bodyPr lIns="90000" tIns="46800" rIns="90000" bIns="46800" anchor="ctr">
            <a:normAutofit/>
          </a:bodyPr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480890" y="1764030"/>
            <a:ext cx="4111625" cy="4093210"/>
          </a:xfrm>
          <a:noFill/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Picture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455920"/>
            <a:ext cx="3241040" cy="1406525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>
            <p:custDataLst>
              <p:tags r:id="rId11"/>
            </p:custDataLst>
          </p:nvPr>
        </p:nvGrpSpPr>
        <p:grpSpPr>
          <a:xfrm rot="0">
            <a:off x="11217275" y="-3810"/>
            <a:ext cx="974090" cy="907415"/>
            <a:chOff x="11217275" y="-3810"/>
            <a:chExt cx="974090" cy="907415"/>
          </a:xfrm>
        </p:grpSpPr>
        <p:sp>
          <p:nvSpPr>
            <p:cNvPr id="13" name="矩形 12"/>
            <p:cNvSpPr/>
            <p:nvPr userDrawn="1">
              <p:custDataLst>
                <p:tags r:id="rId12"/>
              </p:custDataLst>
            </p:nvPr>
          </p:nvSpPr>
          <p:spPr>
            <a:xfrm flipV="1">
              <a:off x="11685270" y="455930"/>
              <a:ext cx="271780" cy="2330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0" name="矩形 9"/>
            <p:cNvSpPr/>
            <p:nvPr userDrawn="1">
              <p:custDataLst>
                <p:tags r:id="rId13"/>
              </p:custDataLst>
            </p:nvPr>
          </p:nvSpPr>
          <p:spPr>
            <a:xfrm flipV="1">
              <a:off x="11957685" y="2311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 userDrawn="1">
              <p:custDataLst>
                <p:tags r:id="rId14"/>
              </p:custDataLst>
            </p:nvPr>
          </p:nvSpPr>
          <p:spPr>
            <a:xfrm flipV="1">
              <a:off x="11957050" y="66992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6" name="矩形 15"/>
            <p:cNvSpPr/>
            <p:nvPr userDrawn="1">
              <p:custDataLst>
                <p:tags r:id="rId15"/>
              </p:custDataLst>
            </p:nvPr>
          </p:nvSpPr>
          <p:spPr>
            <a:xfrm flipV="1">
              <a:off x="11450955" y="22923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9" name="矩形 18"/>
            <p:cNvSpPr/>
            <p:nvPr userDrawn="1">
              <p:custDataLst>
                <p:tags r:id="rId16"/>
              </p:custDataLst>
            </p:nvPr>
          </p:nvSpPr>
          <p:spPr>
            <a:xfrm flipV="1">
              <a:off x="11685270" y="-3810"/>
              <a:ext cx="271780" cy="2330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1" name="矩形 20"/>
            <p:cNvSpPr/>
            <p:nvPr userDrawn="1">
              <p:custDataLst>
                <p:tags r:id="rId17"/>
              </p:custDataLst>
            </p:nvPr>
          </p:nvSpPr>
          <p:spPr>
            <a:xfrm flipV="1">
              <a:off x="11217275" y="-25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-635" y="0"/>
            <a:ext cx="12192000" cy="26640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619200"/>
            <a:ext cx="10976400" cy="788400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6" name="Picture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>
            <p:custDataLst>
              <p:tags r:id="rId11"/>
            </p:custDataLst>
          </p:nvPr>
        </p:nvGrpSpPr>
        <p:grpSpPr>
          <a:xfrm rot="0">
            <a:off x="11892280" y="3598545"/>
            <a:ext cx="299085" cy="1209675"/>
            <a:chOff x="11892280" y="3598545"/>
            <a:chExt cx="298865" cy="1209455"/>
          </a:xfrm>
        </p:grpSpPr>
        <p:sp>
          <p:nvSpPr>
            <p:cNvPr id="13" name="矩形 12"/>
            <p:cNvSpPr/>
            <p:nvPr userDrawn="1">
              <p:custDataLst>
                <p:tags r:id="rId12"/>
              </p:custDataLst>
            </p:nvPr>
          </p:nvSpPr>
          <p:spPr>
            <a:xfrm>
              <a:off x="11892280" y="4054222"/>
              <a:ext cx="298865" cy="29976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 userDrawn="1">
              <p:custDataLst>
                <p:tags r:id="rId13"/>
              </p:custDataLst>
            </p:nvPr>
          </p:nvSpPr>
          <p:spPr>
            <a:xfrm>
              <a:off x="11892280" y="3598545"/>
              <a:ext cx="298865" cy="2997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4" name="矩形 13"/>
            <p:cNvSpPr/>
            <p:nvPr userDrawn="1">
              <p:custDataLst>
                <p:tags r:id="rId14"/>
              </p:custDataLst>
            </p:nvPr>
          </p:nvSpPr>
          <p:spPr>
            <a:xfrm>
              <a:off x="11892280" y="4508235"/>
              <a:ext cx="298865" cy="2997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462915"/>
            <a:ext cx="10976400" cy="771885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2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>
            <p:custDataLst>
              <p:tags r:id="rId9"/>
            </p:custDataLst>
          </p:nvPr>
        </p:nvGrpSpPr>
        <p:grpSpPr>
          <a:xfrm>
            <a:off x="11217275" y="-3810"/>
            <a:ext cx="974090" cy="907415"/>
            <a:chOff x="11217275" y="-3810"/>
            <a:chExt cx="974090" cy="907415"/>
          </a:xfrm>
        </p:grpSpPr>
        <p:sp>
          <p:nvSpPr>
            <p:cNvPr id="17" name="矩形 16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11685270" y="455930"/>
              <a:ext cx="271780" cy="23304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矩形 17"/>
            <p:cNvSpPr/>
            <p:nvPr userDrawn="1">
              <p:custDataLst>
                <p:tags r:id="rId11"/>
              </p:custDataLst>
            </p:nvPr>
          </p:nvSpPr>
          <p:spPr>
            <a:xfrm flipV="1">
              <a:off x="11957685" y="2311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9" name="矩形 18"/>
            <p:cNvSpPr/>
            <p:nvPr userDrawn="1">
              <p:custDataLst>
                <p:tags r:id="rId12"/>
              </p:custDataLst>
            </p:nvPr>
          </p:nvSpPr>
          <p:spPr>
            <a:xfrm flipV="1">
              <a:off x="11957050" y="66992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0" name="矩形 19"/>
            <p:cNvSpPr/>
            <p:nvPr userDrawn="1">
              <p:custDataLst>
                <p:tags r:id="rId13"/>
              </p:custDataLst>
            </p:nvPr>
          </p:nvSpPr>
          <p:spPr>
            <a:xfrm flipV="1">
              <a:off x="11450955" y="229235"/>
              <a:ext cx="234315" cy="23368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1" name="矩形 20"/>
            <p:cNvSpPr/>
            <p:nvPr userDrawn="1">
              <p:custDataLst>
                <p:tags r:id="rId14"/>
              </p:custDataLst>
            </p:nvPr>
          </p:nvSpPr>
          <p:spPr>
            <a:xfrm flipV="1">
              <a:off x="11685270" y="-3810"/>
              <a:ext cx="271780" cy="23304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2" name="矩形 21"/>
            <p:cNvSpPr/>
            <p:nvPr userDrawn="1">
              <p:custDataLst>
                <p:tags r:id="rId15"/>
              </p:custDataLst>
            </p:nvPr>
          </p:nvSpPr>
          <p:spPr>
            <a:xfrm flipV="1">
              <a:off x="11217275" y="-2540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>
              <a:alpha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133095"/>
            <a:ext cx="11037600" cy="670167"/>
          </a:xfrm>
        </p:spPr>
        <p:txBody>
          <a:bodyPr lIns="90000" tIns="46800" rIns="90000" bIns="46800">
            <a:normAutofit/>
          </a:bodyPr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 lIns="90000" tIns="46800" rIns="90000" bIns="46800"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pic>
        <p:nvPicPr>
          <p:cNvPr id="6" name="Picture 1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grpSp>
        <p:nvGrpSpPr>
          <p:cNvPr id="8" name="组合 7"/>
          <p:cNvGrpSpPr/>
          <p:nvPr userDrawn="1">
            <p:custDataLst>
              <p:tags r:id="rId13"/>
            </p:custDataLst>
          </p:nvPr>
        </p:nvGrpSpPr>
        <p:grpSpPr>
          <a:xfrm rot="0">
            <a:off x="11892915" y="1598295"/>
            <a:ext cx="299085" cy="1209675"/>
            <a:chOff x="11892915" y="1598295"/>
            <a:chExt cx="298865" cy="1209455"/>
          </a:xfrm>
        </p:grpSpPr>
        <p:sp>
          <p:nvSpPr>
            <p:cNvPr id="23" name="矩形 22"/>
            <p:cNvSpPr/>
            <p:nvPr userDrawn="1">
              <p:custDataLst>
                <p:tags r:id="rId14"/>
              </p:custDataLst>
            </p:nvPr>
          </p:nvSpPr>
          <p:spPr>
            <a:xfrm>
              <a:off x="11892915" y="2053972"/>
              <a:ext cx="298865" cy="29976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4" name="矩形 23"/>
            <p:cNvSpPr/>
            <p:nvPr userDrawn="1">
              <p:custDataLst>
                <p:tags r:id="rId15"/>
              </p:custDataLst>
            </p:nvPr>
          </p:nvSpPr>
          <p:spPr>
            <a:xfrm>
              <a:off x="11892915" y="1598295"/>
              <a:ext cx="298865" cy="2997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5" name="矩形 24"/>
            <p:cNvSpPr/>
            <p:nvPr userDrawn="1">
              <p:custDataLst>
                <p:tags r:id="rId16"/>
              </p:custDataLst>
            </p:nvPr>
          </p:nvSpPr>
          <p:spPr>
            <a:xfrm>
              <a:off x="11892915" y="2507985"/>
              <a:ext cx="298865" cy="2997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 lIns="90000" tIns="46800" rIns="90000" bIns="46800">
            <a:normAutofit/>
          </a:bodyPr>
          <a:lstStyle>
            <a:lvl1pPr algn="ctr"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6" name="组合 15"/>
          <p:cNvGrpSpPr/>
          <p:nvPr userDrawn="1">
            <p:custDataLst>
              <p:tags r:id="rId8"/>
            </p:custDataLst>
          </p:nvPr>
        </p:nvGrpSpPr>
        <p:grpSpPr>
          <a:xfrm rot="0">
            <a:off x="-116840" y="2726055"/>
            <a:ext cx="577850" cy="1240155"/>
            <a:chOff x="-116657" y="2874445"/>
            <a:chExt cx="577659" cy="1240236"/>
          </a:xfrm>
        </p:grpSpPr>
        <p:sp>
          <p:nvSpPr>
            <p:cNvPr id="37" name="任意多边形: 形状 36"/>
            <p:cNvSpPr/>
            <p:nvPr userDrawn="1">
              <p:custDataLst>
                <p:tags r:id="rId9"/>
              </p:custDataLst>
            </p:nvPr>
          </p:nvSpPr>
          <p:spPr>
            <a:xfrm rot="13620000" flipH="1">
              <a:off x="-128691" y="3543424"/>
              <a:ext cx="271780" cy="233045"/>
            </a:xfrm>
            <a:custGeom>
              <a:avLst/>
              <a:gdLst>
                <a:gd name="connsiteX0" fmla="*/ 0 w 271780"/>
                <a:gd name="connsiteY0" fmla="*/ 233045 h 233045"/>
                <a:gd name="connsiteX1" fmla="*/ 271780 w 271780"/>
                <a:gd name="connsiteY1" fmla="*/ 233045 h 233045"/>
                <a:gd name="connsiteX2" fmla="*/ 271780 w 271780"/>
                <a:gd name="connsiteY2" fmla="*/ 0 h 233045"/>
                <a:gd name="connsiteX3" fmla="*/ 232653 w 271780"/>
                <a:gd name="connsiteY3" fmla="*/ 0 h 233045"/>
                <a:gd name="connsiteX4" fmla="*/ 0 w 271780"/>
                <a:gd name="connsiteY4" fmla="*/ 216952 h 2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780" h="233045">
                  <a:moveTo>
                    <a:pt x="0" y="233045"/>
                  </a:moveTo>
                  <a:lnTo>
                    <a:pt x="271780" y="233045"/>
                  </a:lnTo>
                  <a:lnTo>
                    <a:pt x="271780" y="0"/>
                  </a:lnTo>
                  <a:lnTo>
                    <a:pt x="232653" y="0"/>
                  </a:lnTo>
                  <a:lnTo>
                    <a:pt x="0" y="216952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8" name="矩形 27"/>
            <p:cNvSpPr/>
            <p:nvPr userDrawn="1">
              <p:custDataLst>
                <p:tags r:id="rId10"/>
              </p:custDataLst>
            </p:nvPr>
          </p:nvSpPr>
          <p:spPr>
            <a:xfrm rot="13620000" flipH="1">
              <a:off x="227322" y="3575316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1" name="任意多边形: 形状 40"/>
            <p:cNvSpPr/>
            <p:nvPr userDrawn="1">
              <p:custDataLst>
                <p:tags r:id="rId11"/>
              </p:custDataLst>
            </p:nvPr>
          </p:nvSpPr>
          <p:spPr>
            <a:xfrm rot="13587297" flipH="1">
              <a:off x="-113169" y="3880684"/>
              <a:ext cx="234315" cy="233680"/>
            </a:xfrm>
            <a:custGeom>
              <a:avLst/>
              <a:gdLst>
                <a:gd name="connsiteX0" fmla="*/ 0 w 234315"/>
                <a:gd name="connsiteY0" fmla="*/ 233680 h 233680"/>
                <a:gd name="connsiteX1" fmla="*/ 234315 w 234315"/>
                <a:gd name="connsiteY1" fmla="*/ 233680 h 233680"/>
                <a:gd name="connsiteX2" fmla="*/ 234315 w 234315"/>
                <a:gd name="connsiteY2" fmla="*/ 0 h 233680"/>
                <a:gd name="connsiteX3" fmla="*/ 216839 w 234315"/>
                <a:gd name="connsiteY3" fmla="*/ 0 h 233680"/>
                <a:gd name="connsiteX4" fmla="*/ 0 w 234315"/>
                <a:gd name="connsiteY4" fmla="*/ 206097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15" h="233680">
                  <a:moveTo>
                    <a:pt x="0" y="233680"/>
                  </a:moveTo>
                  <a:lnTo>
                    <a:pt x="234315" y="233680"/>
                  </a:lnTo>
                  <a:lnTo>
                    <a:pt x="234315" y="0"/>
                  </a:lnTo>
                  <a:lnTo>
                    <a:pt x="216839" y="0"/>
                  </a:lnTo>
                  <a:lnTo>
                    <a:pt x="0" y="20609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5" name="任意多边形: 形状 34"/>
            <p:cNvSpPr/>
            <p:nvPr userDrawn="1">
              <p:custDataLst>
                <p:tags r:id="rId12"/>
              </p:custDataLst>
            </p:nvPr>
          </p:nvSpPr>
          <p:spPr>
            <a:xfrm rot="13620000" flipH="1">
              <a:off x="-116975" y="3203650"/>
              <a:ext cx="234315" cy="233680"/>
            </a:xfrm>
            <a:custGeom>
              <a:avLst/>
              <a:gdLst>
                <a:gd name="connsiteX0" fmla="*/ 0 w 234315"/>
                <a:gd name="connsiteY0" fmla="*/ 233680 h 233680"/>
                <a:gd name="connsiteX1" fmla="*/ 234315 w 234315"/>
                <a:gd name="connsiteY1" fmla="*/ 233680 h 233680"/>
                <a:gd name="connsiteX2" fmla="*/ 234315 w 234315"/>
                <a:gd name="connsiteY2" fmla="*/ 0 h 233680"/>
                <a:gd name="connsiteX3" fmla="*/ 224549 w 234315"/>
                <a:gd name="connsiteY3" fmla="*/ 0 h 233680"/>
                <a:gd name="connsiteX4" fmla="*/ 0 w 234315"/>
                <a:gd name="connsiteY4" fmla="*/ 209395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15" h="233680">
                  <a:moveTo>
                    <a:pt x="0" y="233680"/>
                  </a:moveTo>
                  <a:lnTo>
                    <a:pt x="234315" y="233680"/>
                  </a:lnTo>
                  <a:lnTo>
                    <a:pt x="234315" y="0"/>
                  </a:lnTo>
                  <a:lnTo>
                    <a:pt x="224549" y="0"/>
                  </a:lnTo>
                  <a:lnTo>
                    <a:pt x="0" y="209395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31" name="矩形 30"/>
            <p:cNvSpPr/>
            <p:nvPr userDrawn="1">
              <p:custDataLst>
                <p:tags r:id="rId13"/>
              </p:custDataLst>
            </p:nvPr>
          </p:nvSpPr>
          <p:spPr>
            <a:xfrm rot="13620000" flipH="1">
              <a:off x="207541" y="3229882"/>
              <a:ext cx="271780" cy="2330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3" name="任意多边形: 形状 22"/>
            <p:cNvSpPr/>
            <p:nvPr userDrawn="1">
              <p:custDataLst>
                <p:tags r:id="rId14"/>
              </p:custDataLst>
            </p:nvPr>
          </p:nvSpPr>
          <p:spPr>
            <a:xfrm rot="13620000" flipH="1">
              <a:off x="-106734" y="2874445"/>
              <a:ext cx="233680" cy="233680"/>
            </a:xfrm>
            <a:custGeom>
              <a:avLst/>
              <a:gdLst>
                <a:gd name="connsiteX0" fmla="*/ 0 w 233680"/>
                <a:gd name="connsiteY0" fmla="*/ 233680 h 233680"/>
                <a:gd name="connsiteX1" fmla="*/ 233680 w 233680"/>
                <a:gd name="connsiteY1" fmla="*/ 233680 h 233680"/>
                <a:gd name="connsiteX2" fmla="*/ 233680 w 233680"/>
                <a:gd name="connsiteY2" fmla="*/ 0 h 233680"/>
                <a:gd name="connsiteX3" fmla="*/ 209681 w 233680"/>
                <a:gd name="connsiteY3" fmla="*/ 0 h 233680"/>
                <a:gd name="connsiteX4" fmla="*/ 0 w 233680"/>
                <a:gd name="connsiteY4" fmla="*/ 195531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680" h="233680">
                  <a:moveTo>
                    <a:pt x="0" y="233680"/>
                  </a:moveTo>
                  <a:lnTo>
                    <a:pt x="233680" y="233680"/>
                  </a:lnTo>
                  <a:lnTo>
                    <a:pt x="233680" y="0"/>
                  </a:lnTo>
                  <a:lnTo>
                    <a:pt x="209681" y="0"/>
                  </a:lnTo>
                  <a:lnTo>
                    <a:pt x="0" y="19553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 userDrawn="1">
            <p:custDataLst>
              <p:tags r:id="rId15"/>
            </p:custDataLst>
          </p:nvPr>
        </p:nvGrpSpPr>
        <p:grpSpPr>
          <a:xfrm rot="0" flipH="1">
            <a:off x="11720195" y="2726055"/>
            <a:ext cx="577850" cy="1240155"/>
            <a:chOff x="-116657" y="2874445"/>
            <a:chExt cx="577659" cy="1240236"/>
          </a:xfrm>
        </p:grpSpPr>
        <p:sp>
          <p:nvSpPr>
            <p:cNvPr id="43" name="任意多边形: 形状 42"/>
            <p:cNvSpPr/>
            <p:nvPr userDrawn="1">
              <p:custDataLst>
                <p:tags r:id="rId16"/>
              </p:custDataLst>
            </p:nvPr>
          </p:nvSpPr>
          <p:spPr>
            <a:xfrm rot="13620000" flipH="1">
              <a:off x="-128691" y="3543424"/>
              <a:ext cx="271780" cy="233045"/>
            </a:xfrm>
            <a:custGeom>
              <a:avLst/>
              <a:gdLst>
                <a:gd name="connsiteX0" fmla="*/ 0 w 271780"/>
                <a:gd name="connsiteY0" fmla="*/ 233045 h 233045"/>
                <a:gd name="connsiteX1" fmla="*/ 271780 w 271780"/>
                <a:gd name="connsiteY1" fmla="*/ 233045 h 233045"/>
                <a:gd name="connsiteX2" fmla="*/ 271780 w 271780"/>
                <a:gd name="connsiteY2" fmla="*/ 0 h 233045"/>
                <a:gd name="connsiteX3" fmla="*/ 232653 w 271780"/>
                <a:gd name="connsiteY3" fmla="*/ 0 h 233045"/>
                <a:gd name="connsiteX4" fmla="*/ 0 w 271780"/>
                <a:gd name="connsiteY4" fmla="*/ 216952 h 233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780" h="233045">
                  <a:moveTo>
                    <a:pt x="0" y="233045"/>
                  </a:moveTo>
                  <a:lnTo>
                    <a:pt x="271780" y="233045"/>
                  </a:lnTo>
                  <a:lnTo>
                    <a:pt x="271780" y="0"/>
                  </a:lnTo>
                  <a:lnTo>
                    <a:pt x="232653" y="0"/>
                  </a:lnTo>
                  <a:lnTo>
                    <a:pt x="0" y="216952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4" name="矩形 43"/>
            <p:cNvSpPr/>
            <p:nvPr userDrawn="1">
              <p:custDataLst>
                <p:tags r:id="rId17"/>
              </p:custDataLst>
            </p:nvPr>
          </p:nvSpPr>
          <p:spPr>
            <a:xfrm rot="13620000" flipH="1">
              <a:off x="227322" y="3575316"/>
              <a:ext cx="233680" cy="23368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5" name="任意多边形: 形状 44"/>
            <p:cNvSpPr/>
            <p:nvPr userDrawn="1">
              <p:custDataLst>
                <p:tags r:id="rId18"/>
              </p:custDataLst>
            </p:nvPr>
          </p:nvSpPr>
          <p:spPr>
            <a:xfrm rot="13587297" flipH="1">
              <a:off x="-113169" y="3880684"/>
              <a:ext cx="234315" cy="233680"/>
            </a:xfrm>
            <a:custGeom>
              <a:avLst/>
              <a:gdLst>
                <a:gd name="connsiteX0" fmla="*/ 0 w 234315"/>
                <a:gd name="connsiteY0" fmla="*/ 233680 h 233680"/>
                <a:gd name="connsiteX1" fmla="*/ 234315 w 234315"/>
                <a:gd name="connsiteY1" fmla="*/ 233680 h 233680"/>
                <a:gd name="connsiteX2" fmla="*/ 234315 w 234315"/>
                <a:gd name="connsiteY2" fmla="*/ 0 h 233680"/>
                <a:gd name="connsiteX3" fmla="*/ 216839 w 234315"/>
                <a:gd name="connsiteY3" fmla="*/ 0 h 233680"/>
                <a:gd name="connsiteX4" fmla="*/ 0 w 234315"/>
                <a:gd name="connsiteY4" fmla="*/ 206097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15" h="233680">
                  <a:moveTo>
                    <a:pt x="0" y="233680"/>
                  </a:moveTo>
                  <a:lnTo>
                    <a:pt x="234315" y="233680"/>
                  </a:lnTo>
                  <a:lnTo>
                    <a:pt x="234315" y="0"/>
                  </a:lnTo>
                  <a:lnTo>
                    <a:pt x="216839" y="0"/>
                  </a:lnTo>
                  <a:lnTo>
                    <a:pt x="0" y="206097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6" name="任意多边形: 形状 45"/>
            <p:cNvSpPr/>
            <p:nvPr userDrawn="1">
              <p:custDataLst>
                <p:tags r:id="rId19"/>
              </p:custDataLst>
            </p:nvPr>
          </p:nvSpPr>
          <p:spPr>
            <a:xfrm rot="13620000" flipH="1">
              <a:off x="-116975" y="3203650"/>
              <a:ext cx="234315" cy="233680"/>
            </a:xfrm>
            <a:custGeom>
              <a:avLst/>
              <a:gdLst>
                <a:gd name="connsiteX0" fmla="*/ 0 w 234315"/>
                <a:gd name="connsiteY0" fmla="*/ 233680 h 233680"/>
                <a:gd name="connsiteX1" fmla="*/ 234315 w 234315"/>
                <a:gd name="connsiteY1" fmla="*/ 233680 h 233680"/>
                <a:gd name="connsiteX2" fmla="*/ 234315 w 234315"/>
                <a:gd name="connsiteY2" fmla="*/ 0 h 233680"/>
                <a:gd name="connsiteX3" fmla="*/ 224549 w 234315"/>
                <a:gd name="connsiteY3" fmla="*/ 0 h 233680"/>
                <a:gd name="connsiteX4" fmla="*/ 0 w 234315"/>
                <a:gd name="connsiteY4" fmla="*/ 209395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4315" h="233680">
                  <a:moveTo>
                    <a:pt x="0" y="233680"/>
                  </a:moveTo>
                  <a:lnTo>
                    <a:pt x="234315" y="233680"/>
                  </a:lnTo>
                  <a:lnTo>
                    <a:pt x="234315" y="0"/>
                  </a:lnTo>
                  <a:lnTo>
                    <a:pt x="224549" y="0"/>
                  </a:lnTo>
                  <a:lnTo>
                    <a:pt x="0" y="209395"/>
                  </a:lnTo>
                  <a:close/>
                </a:path>
              </a:pathLst>
            </a:cu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7" name="矩形 46"/>
            <p:cNvSpPr/>
            <p:nvPr userDrawn="1">
              <p:custDataLst>
                <p:tags r:id="rId20"/>
              </p:custDataLst>
            </p:nvPr>
          </p:nvSpPr>
          <p:spPr>
            <a:xfrm rot="13620000" flipH="1">
              <a:off x="207541" y="3229882"/>
              <a:ext cx="271780" cy="233045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48" name="任意多边形: 形状 47"/>
            <p:cNvSpPr/>
            <p:nvPr userDrawn="1">
              <p:custDataLst>
                <p:tags r:id="rId21"/>
              </p:custDataLst>
            </p:nvPr>
          </p:nvSpPr>
          <p:spPr>
            <a:xfrm rot="13620000" flipH="1">
              <a:off x="-106734" y="2874445"/>
              <a:ext cx="233680" cy="233680"/>
            </a:xfrm>
            <a:custGeom>
              <a:avLst/>
              <a:gdLst>
                <a:gd name="connsiteX0" fmla="*/ 0 w 233680"/>
                <a:gd name="connsiteY0" fmla="*/ 233680 h 233680"/>
                <a:gd name="connsiteX1" fmla="*/ 233680 w 233680"/>
                <a:gd name="connsiteY1" fmla="*/ 233680 h 233680"/>
                <a:gd name="connsiteX2" fmla="*/ 233680 w 233680"/>
                <a:gd name="connsiteY2" fmla="*/ 0 h 233680"/>
                <a:gd name="connsiteX3" fmla="*/ 209681 w 233680"/>
                <a:gd name="connsiteY3" fmla="*/ 0 h 233680"/>
                <a:gd name="connsiteX4" fmla="*/ 0 w 233680"/>
                <a:gd name="connsiteY4" fmla="*/ 195531 h 23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3680" h="233680">
                  <a:moveTo>
                    <a:pt x="0" y="233680"/>
                  </a:moveTo>
                  <a:lnTo>
                    <a:pt x="233680" y="233680"/>
                  </a:lnTo>
                  <a:lnTo>
                    <a:pt x="233680" y="0"/>
                  </a:lnTo>
                  <a:lnTo>
                    <a:pt x="209681" y="0"/>
                  </a:lnTo>
                  <a:lnTo>
                    <a:pt x="0" y="195531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5" Type="http://schemas.openxmlformats.org/officeDocument/2006/relationships/theme" Target="../theme/theme2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openxmlformats.org/officeDocument/2006/relationships/slideLayout" Target="../slideLayouts/slideLayout4.xml"/><Relationship Id="rId19" Type="http://schemas.openxmlformats.org/officeDocument/2006/relationships/tags" Target="../tags/tag229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87271" y="91231"/>
            <a:ext cx="41833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altLang="zh-CN" dirty="0" smtClean="0"/>
              <a:t>《</a:t>
            </a:r>
            <a:r>
              <a:rPr dirty="0" smtClean="0"/>
              <a:t>信息学奥赛一本通·编程启蒙 C++版</a:t>
            </a:r>
            <a:r>
              <a:rPr lang="en-US" altLang="zh-CN" dirty="0" smtClean="0"/>
              <a:t>》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3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49.xml"/><Relationship Id="rId12" Type="http://schemas.openxmlformats.org/officeDocument/2006/relationships/image" Target="../media/image6.emf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3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60.xml"/><Relationship Id="rId12" Type="http://schemas.openxmlformats.org/officeDocument/2006/relationships/image" Target="../media/image7.emf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tags" Target="../tags/tag25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71.xml"/><Relationship Id="rId12" Type="http://schemas.openxmlformats.org/officeDocument/2006/relationships/image" Target="../media/image8.emf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tags" Target="../tags/tag26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tags" Target="../tags/tag273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5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82.xml"/><Relationship Id="rId12" Type="http://schemas.openxmlformats.org/officeDocument/2006/relationships/image" Target="../media/image9.emf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tags" Target="../tags/tag27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293.xml"/><Relationship Id="rId12" Type="http://schemas.openxmlformats.org/officeDocument/2006/relationships/image" Target="../media/image10.emf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tags" Target="../tags/tag28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7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304.xml"/><Relationship Id="rId12" Type="http://schemas.openxmlformats.org/officeDocument/2006/relationships/image" Target="../media/image11.emf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tags" Target="../tags/tag29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315.xml"/><Relationship Id="rId12" Type="http://schemas.openxmlformats.org/officeDocument/2006/relationships/image" Target="../media/image12.emf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23.xml"/><Relationship Id="rId8" Type="http://schemas.openxmlformats.org/officeDocument/2006/relationships/tags" Target="../tags/tag322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tags" Target="../tags/tag319.xml"/><Relationship Id="rId4" Type="http://schemas.openxmlformats.org/officeDocument/2006/relationships/tags" Target="../tags/tag318.xml"/><Relationship Id="rId3" Type="http://schemas.openxmlformats.org/officeDocument/2006/relationships/tags" Target="../tags/tag317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326.xml"/><Relationship Id="rId12" Type="http://schemas.openxmlformats.org/officeDocument/2006/relationships/image" Target="../media/image13.emf"/><Relationship Id="rId11" Type="http://schemas.openxmlformats.org/officeDocument/2006/relationships/tags" Target="../tags/tag325.xml"/><Relationship Id="rId10" Type="http://schemas.openxmlformats.org/officeDocument/2006/relationships/tags" Target="../tags/tag324.xml"/><Relationship Id="rId1" Type="http://schemas.openxmlformats.org/officeDocument/2006/relationships/tags" Target="../tags/tag31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34.xml"/><Relationship Id="rId8" Type="http://schemas.openxmlformats.org/officeDocument/2006/relationships/tags" Target="../tags/tag333.xml"/><Relationship Id="rId7" Type="http://schemas.openxmlformats.org/officeDocument/2006/relationships/tags" Target="../tags/tag332.xml"/><Relationship Id="rId6" Type="http://schemas.openxmlformats.org/officeDocument/2006/relationships/tags" Target="../tags/tag331.xml"/><Relationship Id="rId5" Type="http://schemas.openxmlformats.org/officeDocument/2006/relationships/tags" Target="../tags/tag330.xml"/><Relationship Id="rId4" Type="http://schemas.openxmlformats.org/officeDocument/2006/relationships/tags" Target="../tags/tag329.xml"/><Relationship Id="rId3" Type="http://schemas.openxmlformats.org/officeDocument/2006/relationships/tags" Target="../tags/tag328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337.xml"/><Relationship Id="rId12" Type="http://schemas.openxmlformats.org/officeDocument/2006/relationships/image" Target="../media/image14.emf"/><Relationship Id="rId11" Type="http://schemas.openxmlformats.org/officeDocument/2006/relationships/tags" Target="../tags/tag336.xml"/><Relationship Id="rId10" Type="http://schemas.openxmlformats.org/officeDocument/2006/relationships/tags" Target="../tags/tag335.xml"/><Relationship Id="rId1" Type="http://schemas.openxmlformats.org/officeDocument/2006/relationships/tags" Target="../tags/tag32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5.xml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tags" Target="../tags/tag341.xml"/><Relationship Id="rId4" Type="http://schemas.openxmlformats.org/officeDocument/2006/relationships/tags" Target="../tags/tag340.xml"/><Relationship Id="rId3" Type="http://schemas.openxmlformats.org/officeDocument/2006/relationships/tags" Target="../tags/tag339.xml"/><Relationship Id="rId2" Type="http://schemas.openxmlformats.org/officeDocument/2006/relationships/image" Target="../media/image5.png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9.xml"/><Relationship Id="rId13" Type="http://schemas.openxmlformats.org/officeDocument/2006/relationships/tags" Target="../tags/tag348.xml"/><Relationship Id="rId12" Type="http://schemas.openxmlformats.org/officeDocument/2006/relationships/image" Target="../media/image15.emf"/><Relationship Id="rId11" Type="http://schemas.openxmlformats.org/officeDocument/2006/relationships/tags" Target="../tags/tag347.xml"/><Relationship Id="rId10" Type="http://schemas.openxmlformats.org/officeDocument/2006/relationships/tags" Target="../tags/tag346.xml"/><Relationship Id="rId1" Type="http://schemas.openxmlformats.org/officeDocument/2006/relationships/tags" Target="../tags/tag33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350.xml"/><Relationship Id="rId1" Type="http://schemas.openxmlformats.org/officeDocument/2006/relationships/tags" Target="../tags/tag3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598805" y="1299210"/>
            <a:ext cx="10817225" cy="1398270"/>
          </a:xfrm>
        </p:spPr>
        <p:txBody>
          <a:bodyPr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第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1</a:t>
            </a:r>
            <a:r>
              <a:rPr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章  顺序结构程序设计</a:t>
            </a:r>
            <a:endParaRPr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504950" y="2929255"/>
            <a:ext cx="9843770" cy="1222375"/>
          </a:xfrm>
        </p:spPr>
        <p:txBody>
          <a:bodyPr>
            <a:noAutofit/>
          </a:bodyPr>
          <a:p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sz="3600" dirty="0">
                <a:solidFill>
                  <a:schemeClr val="dk1">
                    <a:lumMod val="85000"/>
                    <a:lumOff val="15000"/>
                  </a:schemeClr>
                </a:solidFill>
                <a:sym typeface="+mn-ea"/>
              </a:rPr>
              <a:t>第6课 算术运算符之加、减、乘</a:t>
            </a:r>
            <a:endParaRPr sz="3600" dirty="0">
              <a:solidFill>
                <a:schemeClr val="dk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9" name="文本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3935095" y="4384040"/>
            <a:ext cx="4189095" cy="4140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SzPct val="100000"/>
              <a:buNone/>
            </a:pP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《信息学奥赛一本通·编程启蒙 </a:t>
            </a:r>
            <a:r>
              <a:rPr lang="en-US" altLang="zh-CN" dirty="0">
                <a:solidFill>
                  <a:schemeClr val="dk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python</a:t>
            </a:r>
            <a:r>
              <a:rPr lang="zh-CN" altLang="en-US" dirty="0">
                <a:solidFill>
                  <a:schemeClr val="dk1">
                    <a:lumMod val="85000"/>
                    <a:lumOff val="15000"/>
                  </a:schemeClr>
                </a:solidFill>
                <a:sym typeface="Arial" panose="020B0604020202020204" pitchFamily="34" charset="0"/>
              </a:rPr>
              <a:t>版》</a:t>
            </a:r>
            <a:endParaRPr lang="zh-CN" altLang="en-US" dirty="0">
              <a:solidFill>
                <a:schemeClr val="dk1">
                  <a:lumMod val="85000"/>
                  <a:lumOff val="15000"/>
                </a:schemeClr>
              </a:solidFill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rcRect l="-6567"/>
          <a:stretch>
            <a:fillRect/>
          </a:stretch>
        </p:blipFill>
        <p:spPr>
          <a:xfrm>
            <a:off x="1413510" y="305435"/>
            <a:ext cx="10036175" cy="572389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73020" y="607695"/>
            <a:ext cx="7887335" cy="501142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2070" y="395605"/>
            <a:ext cx="8220710" cy="522351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0910" y="571500"/>
            <a:ext cx="6943090" cy="571500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7470" y="440055"/>
            <a:ext cx="8181340" cy="519811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74925" y="414655"/>
            <a:ext cx="7341235" cy="548576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36190" y="749300"/>
            <a:ext cx="7119620" cy="508952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7935" y="589915"/>
            <a:ext cx="7475855" cy="477710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35250" y="836930"/>
            <a:ext cx="7369175" cy="498792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635" y="5125720"/>
            <a:ext cx="3977005" cy="1726565"/>
          </a:xfrm>
          <a:prstGeom prst="rect">
            <a:avLst/>
          </a:prstGeom>
        </p:spPr>
      </p:pic>
      <p:pic>
        <p:nvPicPr>
          <p:cNvPr id="7" name="Picture 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 flipH="1">
            <a:off x="8214995" y="5125720"/>
            <a:ext cx="3977005" cy="172656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1524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3048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矩形 15"/>
          <p:cNvSpPr/>
          <p:nvPr>
            <p:custDataLst>
              <p:tags r:id="rId7"/>
            </p:custDataLst>
          </p:nvPr>
        </p:nvSpPr>
        <p:spPr>
          <a:xfrm>
            <a:off x="4572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8"/>
          <p:cNvSpPr/>
          <p:nvPr>
            <p:custDataLst>
              <p:tags r:id="rId8"/>
            </p:custDataLst>
          </p:nvPr>
        </p:nvSpPr>
        <p:spPr>
          <a:xfrm>
            <a:off x="6096000" y="6629400"/>
            <a:ext cx="1524000" cy="22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0" name="矩形 9"/>
          <p:cNvSpPr/>
          <p:nvPr>
            <p:custDataLst>
              <p:tags r:id="rId9"/>
            </p:custDataLst>
          </p:nvPr>
        </p:nvSpPr>
        <p:spPr>
          <a:xfrm>
            <a:off x="7620000" y="6629400"/>
            <a:ext cx="1524000" cy="228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9144000" y="6629400"/>
            <a:ext cx="1524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0668000" y="6629400"/>
            <a:ext cx="152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CC5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67305" y="768350"/>
            <a:ext cx="7698740" cy="471106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75177" y="2310197"/>
            <a:ext cx="6041646" cy="139774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u="none" strike="noStrike" baseline="0" dirty="0">
                <a:solidFill>
                  <a:schemeClr val="accent1">
                    <a:lumMod val="75000"/>
                  </a:schemeClr>
                </a:solidFill>
                <a:uLnTx/>
                <a:uFillTx/>
              </a:rPr>
              <a:t>谢谢！</a:t>
            </a:r>
            <a:endParaRPr lang="zh-CN" altLang="en-US" sz="7200" u="none" strike="noStrike" baseline="0" dirty="0">
              <a:solidFill>
                <a:schemeClr val="accent1">
                  <a:lumMod val="75000"/>
                </a:schemeClr>
              </a:solidFill>
              <a:uLnTx/>
              <a:uFillTx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K_DARK_LIGHT" val="2"/>
  <p:tag name="KSO_WM_SLIDE_BACKGROUND_MASK_FLAG" val="1"/>
</p:tagLst>
</file>

<file path=ppt/tags/tag139.xml><?xml version="1.0" encoding="utf-8"?>
<p:tagLst xmlns:p="http://schemas.openxmlformats.org/presentationml/2006/main">
  <p:tag name="KSO_WM_SLIDE_BK_DARK_LIGHT" val="2"/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K_DARK_LIGHT" val="2"/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leftRight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162.xml><?xml version="1.0" encoding="utf-8"?>
<p:tagLst xmlns:p="http://schemas.openxmlformats.org/presentationml/2006/main">
  <p:tag name="KSO_WM_SLIDE_BACKGROUND_TYPE" val="leftRight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leftRight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leftRight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leftRight"/>
  <p:tag name="KSO_WM_SLIDE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leftRight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topBottom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177.xml><?xml version="1.0" encoding="utf-8"?>
<p:tagLst xmlns:p="http://schemas.openxmlformats.org/presentationml/2006/main">
  <p:tag name="KSO_WM_SLIDE_BACKGROUND_TYPE" val="topBottom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topBottom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topBottom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ottomTop"/>
  <p:tag name="KSO_WM_SLIDE_BK_DARK_LIGHT" val="2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ottomTop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ottomTop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ottomTop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navigation"/>
  <p:tag name="KSO_WM_SLIDE_BK_DARK_LIGHT" val="2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navigation"/>
  <p:tag name="KSO_WM_SLIDE_BK_DARK_LIGHT" val="2"/>
</p:tagLst>
</file>

<file path=ppt/tags/tag205.xml><?xml version="1.0" encoding="utf-8"?>
<p:tagLst xmlns:p="http://schemas.openxmlformats.org/presentationml/2006/main">
  <p:tag name="KSO_WM_SLIDE_BACKGROUND_TYPE" val="navigation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navigation"/>
  <p:tag name="KSO_WM_SLIDE_BK_DARK_LIGHT" val="2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navigation"/>
  <p:tag name="KSO_WM_SLIDE_BK_DARK_LIGHT" val="2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navigation"/>
  <p:tag name="KSO_WM_SLIDE_BK_DARK_LIGHT" val="2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15.xml><?xml version="1.0" encoding="utf-8"?>
<p:tagLst xmlns:p="http://schemas.openxmlformats.org/presentationml/2006/main">
  <p:tag name="KSO_WM_SLIDE_BACKGROUND_TYPE" val="belt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elt"/>
  <p:tag name="KSO_WM_SLIDE_BK_DARK_LIGHT" val="2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elt"/>
  <p:tag name="KSO_WM_SLIDE_BK_DARK_LIGHT" val="2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elt"/>
  <p:tag name="KSO_WM_SLIDE_BK_DARK_LIGHT" val="2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elt"/>
  <p:tag name="KSO_WM_SLIDE_BK_DARK_LIGHT" val="2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elt"/>
  <p:tag name="KSO_WM_SLIDE_BK_DARK_LIGHT" val="2"/>
</p:tagLst>
</file>

<file path=ppt/tags/tag222.xml><?xml version="1.0" encoding="utf-8"?>
<p:tagLst xmlns:p="http://schemas.openxmlformats.org/presentationml/2006/main">
  <p:tag name="KSO_WM_SLIDE_BACKGROUND_TYPE" val="belt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belt"/>
  <p:tag name="KSO_WM_SLIDE_BK_DARK_LIGHT" val="2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9"/>
  <p:tag name="KSO_WM_UNIT_LAYERLEVEL" val="1"/>
  <p:tag name="KSO_WM_TAG_VERSION" val="1.0"/>
  <p:tag name="KSO_WM_BEAUTIFY_FLAG" val="#wm#"/>
  <p:tag name="KSO_WM_UNIT_TYPE" val="i"/>
  <p:tag name="KSO_WM_UNIT_INDEX" val="9"/>
  <p:tag name="KSO_WM_SLIDE_BACKGROUND_TYPE" val="belt"/>
  <p:tag name="KSO_WM_SLIDE_BK_DARK_LIGHT" val="2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0"/>
  <p:tag name="KSO_WM_UNIT_LAYERLEVEL" val="1"/>
  <p:tag name="KSO_WM_TAG_VERSION" val="1.0"/>
  <p:tag name="KSO_WM_BEAUTIFY_FLAG" val="#wm#"/>
  <p:tag name="KSO_WM_UNIT_TYPE" val="i"/>
  <p:tag name="KSO_WM_UNIT_INDEX" val="10"/>
  <p:tag name="KSO_WM_SLIDE_BACKGROUND_TYPE" val="belt"/>
  <p:tag name="KSO_WM_SLIDE_BK_DARK_LIGHT" val="2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1"/>
  <p:tag name="KSO_WM_UNIT_LAYERLEVEL" val="1"/>
  <p:tag name="KSO_WM_TAG_VERSION" val="1.0"/>
  <p:tag name="KSO_WM_BEAUTIFY_FLAG" val="#wm#"/>
  <p:tag name="KSO_WM_UNIT_TYPE" val="i"/>
  <p:tag name="KSO_WM_UNIT_INDEX" val="11"/>
  <p:tag name="KSO_WM_SLIDE_BACKGROUND_TYPE" val="belt"/>
  <p:tag name="KSO_WM_SLIDE_BK_DARK_LIGHT" val="2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2"/>
  <p:tag name="KSO_WM_UNIT_LAYERLEVEL" val="1"/>
  <p:tag name="KSO_WM_TAG_VERSION" val="1.0"/>
  <p:tag name="KSO_WM_BEAUTIFY_FLAG" val="#wm#"/>
  <p:tag name="KSO_WM_UNIT_TYPE" val="i"/>
  <p:tag name="KSO_WM_UNIT_INDEX" val="12"/>
  <p:tag name="KSO_WM_SLIDE_BACKGROUND_TYPE" val="belt"/>
  <p:tag name="KSO_WM_SLIDE_BK_DARK_LIGHT" val="2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3"/>
  <p:tag name="KSO_WM_UNIT_LAYERLEVEL" val="1"/>
  <p:tag name="KSO_WM_TAG_VERSION" val="1.0"/>
  <p:tag name="KSO_WM_BEAUTIFY_FLAG" val="#wm#"/>
  <p:tag name="KSO_WM_UNIT_TYPE" val="i"/>
  <p:tag name="KSO_WM_UNIT_INDEX" val="13"/>
  <p:tag name="KSO_WM_SLIDE_BACKGROUND_TYPE" val="belt"/>
  <p:tag name="KSO_WM_SLIDE_BK_DARK_LIGHT" val="2"/>
</p:tagLst>
</file>

<file path=ppt/tags/tag229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230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202612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2"/>
  <p:tag name="KSO_WM_UNIT_SHOW_EDIT_AREA_INDICATION" val="0"/>
  <p:tag name="KSO_WM_TAG_VERSION" val="1.0"/>
  <p:tag name="KSO_WM_BEAUTIFY_FLAG" val="#wm#"/>
  <p:tag name="KSO_WM_TEMPLATE_CATEGORY" val="custom"/>
  <p:tag name="KSO_WM_TEMPLATE_INDEX" val="20202612"/>
  <p:tag name="KSO_WM_TEMPLATE_THUMBS_INDEX" val="1、4、7、8、10、11、12、13、17、19"/>
</p:tagLst>
</file>

<file path=ppt/tags/tag235.xml><?xml version="1.0" encoding="utf-8"?>
<p:tagLst xmlns:p="http://schemas.openxmlformats.org/presentationml/2006/main">
  <p:tag name="KSO_WM_UNIT_ISCONTENTSTITLE" val="0"/>
  <p:tag name="KSO_WM_UNIT_PRESET_TEXT" val="文艺清新工作总结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612_1*a*1"/>
  <p:tag name="KSO_WM_TEMPLATE_CATEGORY" val="custom"/>
  <p:tag name="KSO_WM_TEMPLATE_INDEX" val="20202612"/>
  <p:tag name="KSO_WM_UNIT_LAYERLEVEL" val="1"/>
  <p:tag name="KSO_WM_TAG_VERSION" val="1.0"/>
  <p:tag name="KSO_WM_BEAUTIFY_FLAG" val="#wm#"/>
  <p:tag name="KSO_WM_UNIT_ISNUMDGMTITLE" val="0"/>
</p:tagLst>
</file>

<file path=ppt/tags/tag2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内容"/>
  <p:tag name="KSO_WM_UNIT_NOCLEAR" val="0"/>
  <p:tag name="KSO_WM_UNIT_VALUE" val="3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2612_1*b*1"/>
  <p:tag name="KSO_WM_TEMPLATE_CATEGORY" val="custom"/>
  <p:tag name="KSO_WM_TEMPLATE_INDEX" val="20202612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7.xml><?xml version="1.0" encoding="utf-8"?>
<p:tagLst xmlns:p="http://schemas.openxmlformats.org/presentationml/2006/main">
  <p:tag name="KSO_WM_UNIT_ISCONTENTSTITLE" val="0"/>
  <p:tag name="KSO_WM_UNIT_ISNUMDGMTITLE" val="0"/>
  <p:tag name="KSO_WM_UNIT_PRESET_TEXT" val="汇报人姓名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2"/>
  <p:tag name="KSO_WM_UNIT_ID" val="custom20202612_1*b*2"/>
  <p:tag name="KSO_WM_TEMPLATE_CATEGORY" val="custom"/>
  <p:tag name="KSO_WM_TEMPLATE_INDEX" val="20202612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238.xml><?xml version="1.0" encoding="utf-8"?>
<p:tagLst xmlns:p="http://schemas.openxmlformats.org/presentationml/2006/main">
  <p:tag name="KSO_WM_SLIDE_ID" val="custom20202612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2612"/>
  <p:tag name="KSO_WM_SLIDE_LAYOUT" val="a_b"/>
  <p:tag name="KSO_WM_SLIDE_LAYOUT_CNT" val="1_3"/>
  <p:tag name="KSO_WM_TEMPLATE_MASTER_THUMB_INDEX" val="12"/>
  <p:tag name="KSO_WM_TEMPLATE_THUMBS_INDEX" val="1、4、7、8、10、11、12、13、17、19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24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4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4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4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4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4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4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4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49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25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5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5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5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5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5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5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5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60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26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6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6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6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6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6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7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27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7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7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7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8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82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28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86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8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9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9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293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296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297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29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29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0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0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0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0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307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0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11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12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1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31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1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2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22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23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2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329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30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3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3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33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34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3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3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3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  <p:tag name="WM_BEAUTIFY_SHAPE_IDENTITY" val="{40e120ef-7b8e-4d61-94b4-870139bae5f7}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  <p:tag name="WM_BEAUTIFY_SHAPE_IDENTITY" val="{f7b09925-3507-491e-84b1-c7fc596cbaa0}"/>
</p:tagLst>
</file>

<file path=ppt/tags/tag34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1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4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4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44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345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</p:tagLst>
</file>

<file path=ppt/tags/tag34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34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348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12_19*a*1"/>
  <p:tag name="KSO_WM_TEMPLATE_CATEGORY" val="custom"/>
  <p:tag name="KSO_WM_TEMPLATE_INDEX" val="20202612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6"/>
  <p:tag name="KSO_WM_UNIT_TYPE" val="a"/>
  <p:tag name="KSO_WM_UNIT_INDEX" val="1"/>
  <p:tag name="KSO_WM_UNIT_PRESET_TEXT" val="谢谢聆听"/>
  <p:tag name="KSO_WM_UNIT_ISNUMDGMTITLE" val="0"/>
</p:tagLst>
</file>

<file path=ppt/tags/tag350.xml><?xml version="1.0" encoding="utf-8"?>
<p:tagLst xmlns:p="http://schemas.openxmlformats.org/presentationml/2006/main">
  <p:tag name="KSO_WM_SLIDE_ID" val="custom20202612_19"/>
  <p:tag name="KSO_WM_TEMPLATE_SUBCATEGORY" val="0"/>
  <p:tag name="KSO_WM_TEMPLATE_MASTER_TYPE" val="1"/>
  <p:tag name="KSO_WM_TEMPLATE_COLOR_TYPE" val="1"/>
  <p:tag name="KSO_WM_SLIDE_ITEM_CNT" val="0"/>
  <p:tag name="KSO_WM_SLIDE_INDEX" val="19"/>
  <p:tag name="KSO_WM_TAG_VERSION" val="1.0"/>
  <p:tag name="KSO_WM_BEAUTIFY_FLAG" val="#wm#"/>
  <p:tag name="KSO_WM_TEMPLATE_CATEGORY" val="custom"/>
  <p:tag name="KSO_WM_TEMPLATE_INDEX" val="20202612"/>
  <p:tag name="KSO_WM_SLIDE_TYPE" val="endPage"/>
  <p:tag name="KSO_WM_SLIDE_SUBTYPE" val="pureTxt"/>
  <p:tag name="KSO_WM_SLIDE_LAYOUT" val="a_b"/>
  <p:tag name="KSO_WM_SLIDE_LAYOUT_CNT" val="1_1"/>
</p:tagLst>
</file>

<file path=ppt/tags/tag351.xml><?xml version="1.0" encoding="utf-8"?>
<p:tagLst xmlns:p="http://schemas.openxmlformats.org/presentationml/2006/main">
  <p:tag name="ISPRING_PRESENTATION_TITLE" val="PowerPoint 演示文稿"/>
  <p:tag name="COMMONDATA" val="eyJoZGlkIjoiNjZhOWVhNDRkNjE4OWRjOTBiMTk5NmIwMDI4NzRhZmIifQ=="/>
  <p:tag name="KSO_WPP_MARK_KEY" val="72a5af5d-bba7-4983-a94f-dba4579e757e"/>
  <p:tag name="commondata" val="eyJoZGlkIjoiYTIzMTBmMzRlNGRjYzNhZmMyNTQ0M2U2NGNkNjA0MWMifQ=="/>
</p:tagLst>
</file>

<file path=ppt/theme/theme1.xml><?xml version="1.0" encoding="utf-8"?>
<a:theme xmlns:a="http://schemas.openxmlformats.org/drawingml/2006/main" name="Office 主题​​">
  <a:themeElements>
    <a:clrScheme name="自定义 2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15686"/>
      </a:accent1>
      <a:accent2>
        <a:srgbClr val="FCC540"/>
      </a:accent2>
      <a:accent3>
        <a:srgbClr val="554C51"/>
      </a:accent3>
      <a:accent4>
        <a:srgbClr val="35D1F1"/>
      </a:accent4>
      <a:accent5>
        <a:srgbClr val="7F7F7F"/>
      </a:accent5>
      <a:accent6>
        <a:srgbClr val="ED7D31"/>
      </a:accent6>
      <a:hlink>
        <a:srgbClr val="034A90"/>
      </a:hlink>
      <a:folHlink>
        <a:srgbClr val="954F72"/>
      </a:folHlink>
    </a:clrScheme>
    <a:fontScheme name="自定义 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45">
      <a:dk1>
        <a:srgbClr val="000000"/>
      </a:dk1>
      <a:lt1>
        <a:srgbClr val="FFFFFF"/>
      </a:lt1>
      <a:dk2>
        <a:srgbClr val="B5C0BD"/>
      </a:dk2>
      <a:lt2>
        <a:srgbClr val="F2F2F2"/>
      </a:lt2>
      <a:accent1>
        <a:srgbClr val="5E8286"/>
      </a:accent1>
      <a:accent2>
        <a:srgbClr val="667C86"/>
      </a:accent2>
      <a:accent3>
        <a:srgbClr val="6C7284"/>
      </a:accent3>
      <a:accent4>
        <a:srgbClr val="766C84"/>
      </a:accent4>
      <a:accent5>
        <a:srgbClr val="7C6381"/>
      </a:accent5>
      <a:accent6>
        <a:srgbClr val="5E8786"/>
      </a:accent6>
      <a:hlink>
        <a:srgbClr val="2E2AC6"/>
      </a:hlink>
      <a:folHlink>
        <a:srgbClr val="6F2B84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宽屏</PresentationFormat>
  <Paragraphs>8</Paragraphs>
  <Slides>12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华文中宋</vt:lpstr>
      <vt:lpstr>微软雅黑</vt:lpstr>
      <vt:lpstr>Helvetica Light</vt:lpstr>
      <vt:lpstr>等线</vt:lpstr>
      <vt:lpstr>黑体</vt:lpstr>
      <vt:lpstr>Arial Unicode MS</vt:lpstr>
      <vt:lpstr>Calibri</vt:lpstr>
      <vt:lpstr>Office 主题​​</vt:lpstr>
      <vt:lpstr>1_Office 主题​​</vt:lpstr>
      <vt:lpstr>第1章  顺序结构程序设计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WPS_1621906101</cp:lastModifiedBy>
  <cp:revision>63</cp:revision>
  <dcterms:created xsi:type="dcterms:W3CDTF">2017-08-18T03:02:00Z</dcterms:created>
  <dcterms:modified xsi:type="dcterms:W3CDTF">2023-10-16T02:21:38Z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8378C2F7853243479FABB475DB293159</vt:lpwstr>
  </property>
</Properties>
</file>